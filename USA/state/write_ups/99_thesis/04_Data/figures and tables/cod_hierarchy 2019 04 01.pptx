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6"/>
  </p:notesMasterIdLst>
  <p:sldIdLst>
    <p:sldId id="259" r:id="rId2"/>
    <p:sldId id="258" r:id="rId3"/>
    <p:sldId id="256" r:id="rId4"/>
    <p:sldId id="257" r:id="rId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9E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90"/>
    <p:restoredTop sz="94628"/>
  </p:normalViewPr>
  <p:slideViewPr>
    <p:cSldViewPr snapToGrid="0" snapToObjects="1">
      <p:cViewPr varScale="1">
        <p:scale>
          <a:sx n="120" d="100"/>
          <a:sy n="120" d="100"/>
        </p:scale>
        <p:origin x="17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272B28-2167-2042-B260-FCCD11CEC785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DDB04CB-710B-7E46-ABD5-A4793BE9B39A}">
      <dgm:prSet phldrT="[Text]" custT="1"/>
      <dgm:spPr/>
      <dgm:t>
        <a:bodyPr/>
        <a:lstStyle/>
        <a:p>
          <a:r>
            <a:rPr lang="en-US" sz="1600"/>
            <a:t>All causes</a:t>
          </a:r>
          <a:endParaRPr lang="en-US" sz="1600" dirty="0"/>
        </a:p>
      </dgm:t>
    </dgm:pt>
    <dgm:pt modelId="{1BDD6E46-6A34-A443-8111-D18D7981A72F}" type="parTrans" cxnId="{DED1E7E7-1400-4A43-9FF3-C5239BEE5410}">
      <dgm:prSet/>
      <dgm:spPr/>
      <dgm:t>
        <a:bodyPr/>
        <a:lstStyle/>
        <a:p>
          <a:endParaRPr lang="en-US"/>
        </a:p>
      </dgm:t>
    </dgm:pt>
    <dgm:pt modelId="{AA9D8DF2-2F62-5241-B65A-3721304B36CF}" type="sibTrans" cxnId="{DED1E7E7-1400-4A43-9FF3-C5239BEE5410}">
      <dgm:prSet/>
      <dgm:spPr/>
      <dgm:t>
        <a:bodyPr/>
        <a:lstStyle/>
        <a:p>
          <a:endParaRPr lang="en-US"/>
        </a:p>
      </dgm:t>
    </dgm:pt>
    <dgm:pt modelId="{E123BFD8-C82B-6E48-9279-78984B953AE1}" type="asst">
      <dgm:prSet phldrT="[Text]" custT="1"/>
      <dgm:spPr/>
      <dgm:t>
        <a:bodyPr/>
        <a:lstStyle/>
        <a:p>
          <a:r>
            <a:rPr lang="en-US" sz="1050"/>
            <a:t>Cardiorespiratory diseases</a:t>
          </a:r>
          <a:endParaRPr lang="en-US" sz="1050" dirty="0"/>
        </a:p>
      </dgm:t>
    </dgm:pt>
    <dgm:pt modelId="{BA066FB3-4D66-C14E-B04C-0043D3FBA0AB}" type="parTrans" cxnId="{A3D2B85E-B2D9-5A4A-AFAC-FA8E51A7F072}">
      <dgm:prSet custT="1"/>
      <dgm:spPr/>
      <dgm:t>
        <a:bodyPr/>
        <a:lstStyle/>
        <a:p>
          <a:endParaRPr lang="en-US" sz="900"/>
        </a:p>
      </dgm:t>
    </dgm:pt>
    <dgm:pt modelId="{9DE3473E-B6FB-0F4D-830C-4B30BE16653D}" type="sibTrans" cxnId="{A3D2B85E-B2D9-5A4A-AFAC-FA8E51A7F072}">
      <dgm:prSet/>
      <dgm:spPr/>
      <dgm:t>
        <a:bodyPr/>
        <a:lstStyle/>
        <a:p>
          <a:endParaRPr lang="en-US"/>
        </a:p>
      </dgm:t>
    </dgm:pt>
    <dgm:pt modelId="{69B6F0CD-6F66-5F4E-A46E-8BC6730F9234}">
      <dgm:prSet phldrT="[Text]" custT="1"/>
      <dgm:spPr/>
      <dgm:t>
        <a:bodyPr/>
        <a:lstStyle/>
        <a:p>
          <a:r>
            <a:rPr lang="en-US" sz="1050"/>
            <a:t>Cancers</a:t>
          </a:r>
          <a:endParaRPr lang="en-US" sz="1050" dirty="0"/>
        </a:p>
      </dgm:t>
    </dgm:pt>
    <dgm:pt modelId="{92EF1B7B-B97C-5B4D-B37B-1B73024AA889}" type="parTrans" cxnId="{DDEC9CBC-6670-4248-B943-9815745FDD12}">
      <dgm:prSet custT="1"/>
      <dgm:spPr/>
      <dgm:t>
        <a:bodyPr/>
        <a:lstStyle/>
        <a:p>
          <a:endParaRPr lang="en-US" sz="700"/>
        </a:p>
      </dgm:t>
    </dgm:pt>
    <dgm:pt modelId="{D241B502-ACCB-3E45-A599-9309FC1FC15F}" type="sibTrans" cxnId="{DDEC9CBC-6670-4248-B943-9815745FDD12}">
      <dgm:prSet/>
      <dgm:spPr/>
      <dgm:t>
        <a:bodyPr/>
        <a:lstStyle/>
        <a:p>
          <a:endParaRPr lang="en-US"/>
        </a:p>
      </dgm:t>
    </dgm:pt>
    <dgm:pt modelId="{0F7D0476-F7B8-E043-8F1A-BE4956E9439C}">
      <dgm:prSet phldrT="[Text]" custT="1"/>
      <dgm:spPr/>
      <dgm:t>
        <a:bodyPr/>
        <a:lstStyle/>
        <a:p>
          <a:r>
            <a:rPr lang="en-US" sz="1050"/>
            <a:t>Injuries</a:t>
          </a:r>
          <a:endParaRPr lang="en-US" sz="1050" dirty="0"/>
        </a:p>
      </dgm:t>
    </dgm:pt>
    <dgm:pt modelId="{9E6C6813-34CE-1546-A852-EF5399136707}" type="parTrans" cxnId="{237D8D55-7B58-B040-BCCB-F22B6E414D78}">
      <dgm:prSet custT="1"/>
      <dgm:spPr/>
      <dgm:t>
        <a:bodyPr/>
        <a:lstStyle/>
        <a:p>
          <a:endParaRPr lang="en-US" sz="700"/>
        </a:p>
      </dgm:t>
    </dgm:pt>
    <dgm:pt modelId="{EB314C63-E66B-374E-A944-C6A0FF4E49DD}" type="sibTrans" cxnId="{237D8D55-7B58-B040-BCCB-F22B6E414D78}">
      <dgm:prSet/>
      <dgm:spPr/>
      <dgm:t>
        <a:bodyPr/>
        <a:lstStyle/>
        <a:p>
          <a:endParaRPr lang="en-US"/>
        </a:p>
      </dgm:t>
    </dgm:pt>
    <dgm:pt modelId="{93DBBE0D-AE85-5243-B3B9-95779E340AAA}">
      <dgm:prSet phldrT="[Text]" custT="1"/>
      <dgm:spPr/>
      <dgm:t>
        <a:bodyPr/>
        <a:lstStyle/>
        <a:p>
          <a:r>
            <a:rPr lang="en-US" sz="1050"/>
            <a:t>Other causes</a:t>
          </a:r>
          <a:endParaRPr lang="en-US" sz="1050" dirty="0"/>
        </a:p>
      </dgm:t>
    </dgm:pt>
    <dgm:pt modelId="{1AC9C5DC-0A0A-8B48-A8FC-1DE84C021726}" type="parTrans" cxnId="{F5DF19C7-2C8A-8A47-8C2A-DD71C6053CC3}">
      <dgm:prSet custT="1"/>
      <dgm:spPr/>
      <dgm:t>
        <a:bodyPr/>
        <a:lstStyle/>
        <a:p>
          <a:endParaRPr lang="en-US" sz="900"/>
        </a:p>
      </dgm:t>
    </dgm:pt>
    <dgm:pt modelId="{5BDE7DD1-BC90-894C-B28A-A59B3C87264B}" type="sibTrans" cxnId="{F5DF19C7-2C8A-8A47-8C2A-DD71C6053CC3}">
      <dgm:prSet/>
      <dgm:spPr/>
      <dgm:t>
        <a:bodyPr/>
        <a:lstStyle/>
        <a:p>
          <a:endParaRPr lang="en-US"/>
        </a:p>
      </dgm:t>
    </dgm:pt>
    <dgm:pt modelId="{9ACAF35F-93F2-8D4F-BF64-D0C1BC0F17CB}" type="asst">
      <dgm:prSet custT="1"/>
      <dgm:spPr/>
      <dgm:t>
        <a:bodyPr/>
        <a:lstStyle/>
        <a:p>
          <a:r>
            <a:rPr lang="en-US" sz="1050" dirty="0"/>
            <a:t>Cardiovascular diseases</a:t>
          </a:r>
        </a:p>
      </dgm:t>
    </dgm:pt>
    <dgm:pt modelId="{30F6F2FD-8BD9-C245-9B5A-10B14576D9E3}" type="parTrans" cxnId="{E24E0DA3-6C4D-D347-9CD6-65BFE653A5D5}">
      <dgm:prSet custT="1"/>
      <dgm:spPr/>
      <dgm:t>
        <a:bodyPr/>
        <a:lstStyle/>
        <a:p>
          <a:endParaRPr lang="en-US" sz="700"/>
        </a:p>
      </dgm:t>
    </dgm:pt>
    <dgm:pt modelId="{1EFA47B6-6557-EF4F-A24F-A206426069C7}" type="sibTrans" cxnId="{E24E0DA3-6C4D-D347-9CD6-65BFE653A5D5}">
      <dgm:prSet/>
      <dgm:spPr/>
      <dgm:t>
        <a:bodyPr/>
        <a:lstStyle/>
        <a:p>
          <a:endParaRPr lang="en-US"/>
        </a:p>
      </dgm:t>
    </dgm:pt>
    <dgm:pt modelId="{1EB42666-7243-7248-BCEF-4E1799628BD3}" type="asst">
      <dgm:prSet custT="1"/>
      <dgm:spPr/>
      <dgm:t>
        <a:bodyPr/>
        <a:lstStyle/>
        <a:p>
          <a:r>
            <a:rPr lang="en-US" sz="1050"/>
            <a:t>Respiratory diseases</a:t>
          </a:r>
          <a:endParaRPr lang="en-US" sz="1050" dirty="0"/>
        </a:p>
      </dgm:t>
    </dgm:pt>
    <dgm:pt modelId="{11293D5D-DAFB-DC41-B1C1-F3493CCDA6BC}" type="parTrans" cxnId="{954E3453-1258-AF46-B8C7-EEE60D0CB881}">
      <dgm:prSet custT="1"/>
      <dgm:spPr/>
      <dgm:t>
        <a:bodyPr/>
        <a:lstStyle/>
        <a:p>
          <a:endParaRPr lang="en-US" sz="900"/>
        </a:p>
      </dgm:t>
    </dgm:pt>
    <dgm:pt modelId="{C51D3218-48CA-D342-B284-716FBA8D059D}" type="sibTrans" cxnId="{954E3453-1258-AF46-B8C7-EEE60D0CB881}">
      <dgm:prSet/>
      <dgm:spPr/>
      <dgm:t>
        <a:bodyPr/>
        <a:lstStyle/>
        <a:p>
          <a:endParaRPr lang="en-US"/>
        </a:p>
      </dgm:t>
    </dgm:pt>
    <dgm:pt modelId="{4D05A949-8CF5-AE45-AC57-ED1DC5CC511E}" type="asst">
      <dgm:prSet custT="1"/>
      <dgm:spPr/>
      <dgm:t>
        <a:bodyPr/>
        <a:lstStyle/>
        <a:p>
          <a:r>
            <a:rPr lang="en-US" sz="1050"/>
            <a:t>Cerebrovascular disease</a:t>
          </a:r>
          <a:endParaRPr lang="en-US" sz="1050" dirty="0"/>
        </a:p>
      </dgm:t>
    </dgm:pt>
    <dgm:pt modelId="{BE12F2BC-7FE8-4443-90DA-D47A0C5C101E}" type="parTrans" cxnId="{0F0038FF-9CC3-FF4D-958D-E3233B5E6677}">
      <dgm:prSet custT="1"/>
      <dgm:spPr/>
      <dgm:t>
        <a:bodyPr/>
        <a:lstStyle/>
        <a:p>
          <a:endParaRPr lang="en-US" sz="700"/>
        </a:p>
      </dgm:t>
    </dgm:pt>
    <dgm:pt modelId="{32E35D90-A061-FA40-9599-16B3BA673BA6}" type="sibTrans" cxnId="{0F0038FF-9CC3-FF4D-958D-E3233B5E6677}">
      <dgm:prSet/>
      <dgm:spPr/>
      <dgm:t>
        <a:bodyPr/>
        <a:lstStyle/>
        <a:p>
          <a:endParaRPr lang="en-US"/>
        </a:p>
      </dgm:t>
    </dgm:pt>
    <dgm:pt modelId="{434A1D36-6AD2-7D40-A3D9-FF5EBD62206B}" type="asst">
      <dgm:prSet custT="1"/>
      <dgm:spPr/>
      <dgm:t>
        <a:bodyPr/>
        <a:lstStyle/>
        <a:p>
          <a:r>
            <a:rPr lang="en-US" sz="1050"/>
            <a:t>Ischaemic heart disease</a:t>
          </a:r>
          <a:endParaRPr lang="en-US" sz="1050" dirty="0"/>
        </a:p>
      </dgm:t>
    </dgm:pt>
    <dgm:pt modelId="{30351A67-27F6-8149-A470-235BFF145768}" type="parTrans" cxnId="{6BB52B06-20CD-464E-BA23-CD02D3D9342A}">
      <dgm:prSet custT="1"/>
      <dgm:spPr/>
      <dgm:t>
        <a:bodyPr/>
        <a:lstStyle/>
        <a:p>
          <a:endParaRPr lang="en-US" sz="700"/>
        </a:p>
      </dgm:t>
    </dgm:pt>
    <dgm:pt modelId="{F3EE32B3-750B-1C40-822A-5E9A1DB03851}" type="sibTrans" cxnId="{6BB52B06-20CD-464E-BA23-CD02D3D9342A}">
      <dgm:prSet/>
      <dgm:spPr/>
      <dgm:t>
        <a:bodyPr/>
        <a:lstStyle/>
        <a:p>
          <a:endParaRPr lang="en-US"/>
        </a:p>
      </dgm:t>
    </dgm:pt>
    <dgm:pt modelId="{9EAC90BB-DF30-BA4B-96E6-D8C9105BAA97}" type="asst">
      <dgm:prSet custT="1"/>
      <dgm:spPr/>
      <dgm:t>
        <a:bodyPr/>
        <a:lstStyle/>
        <a:p>
          <a:r>
            <a:rPr lang="en-US" sz="1050"/>
            <a:t>Other cardiovascular diseases</a:t>
          </a:r>
          <a:endParaRPr lang="en-US" sz="1050" dirty="0"/>
        </a:p>
      </dgm:t>
    </dgm:pt>
    <dgm:pt modelId="{3D99DA8E-1AF7-0D49-84B3-944A39AC7289}" type="parTrans" cxnId="{B9127061-8354-F24C-8932-68988F05D049}">
      <dgm:prSet custT="1"/>
      <dgm:spPr/>
      <dgm:t>
        <a:bodyPr/>
        <a:lstStyle/>
        <a:p>
          <a:endParaRPr lang="en-US" sz="700"/>
        </a:p>
      </dgm:t>
    </dgm:pt>
    <dgm:pt modelId="{E0D33A07-4551-2C41-A77E-816BA4E85E57}" type="sibTrans" cxnId="{B9127061-8354-F24C-8932-68988F05D049}">
      <dgm:prSet/>
      <dgm:spPr/>
      <dgm:t>
        <a:bodyPr/>
        <a:lstStyle/>
        <a:p>
          <a:endParaRPr lang="en-US"/>
        </a:p>
      </dgm:t>
    </dgm:pt>
    <dgm:pt modelId="{E7CD54D1-48F9-2842-A99B-80B0054843D5}" type="asst">
      <dgm:prSet custT="1"/>
      <dgm:spPr/>
      <dgm:t>
        <a:bodyPr/>
        <a:lstStyle/>
        <a:p>
          <a:r>
            <a:rPr lang="en-US" sz="900" dirty="0"/>
            <a:t>Chronic obstructive pulmonary disease</a:t>
          </a:r>
        </a:p>
      </dgm:t>
    </dgm:pt>
    <dgm:pt modelId="{8CE0E17C-4773-C740-BCEC-85806D4AC7A8}" type="parTrans" cxnId="{60FEBDA1-AF21-AA47-BF27-55F42DFE7AA0}">
      <dgm:prSet custT="1"/>
      <dgm:spPr/>
      <dgm:t>
        <a:bodyPr/>
        <a:lstStyle/>
        <a:p>
          <a:endParaRPr lang="en-US" sz="700"/>
        </a:p>
      </dgm:t>
    </dgm:pt>
    <dgm:pt modelId="{8168C9EA-B323-A04E-8F46-4E6832FF2EAE}" type="sibTrans" cxnId="{60FEBDA1-AF21-AA47-BF27-55F42DFE7AA0}">
      <dgm:prSet/>
      <dgm:spPr/>
      <dgm:t>
        <a:bodyPr/>
        <a:lstStyle/>
        <a:p>
          <a:endParaRPr lang="en-US"/>
        </a:p>
      </dgm:t>
    </dgm:pt>
    <dgm:pt modelId="{776FC38A-F125-6849-84C7-635A716535C7}" type="asst">
      <dgm:prSet custT="1"/>
      <dgm:spPr/>
      <dgm:t>
        <a:bodyPr/>
        <a:lstStyle/>
        <a:p>
          <a:r>
            <a:rPr lang="en-US" sz="1050"/>
            <a:t>Respiratory infections</a:t>
          </a:r>
          <a:endParaRPr lang="en-US" sz="1050" dirty="0"/>
        </a:p>
      </dgm:t>
    </dgm:pt>
    <dgm:pt modelId="{FB81FBFF-8F28-6049-ABC0-B90529D8A531}" type="parTrans" cxnId="{A91C4FC2-720E-E74F-8E83-CB4DC1621522}">
      <dgm:prSet custT="1"/>
      <dgm:spPr/>
      <dgm:t>
        <a:bodyPr/>
        <a:lstStyle/>
        <a:p>
          <a:endParaRPr lang="en-US" sz="700"/>
        </a:p>
      </dgm:t>
    </dgm:pt>
    <dgm:pt modelId="{10DA7F86-5123-7B4C-B723-D39ABF38F1B1}" type="sibTrans" cxnId="{A91C4FC2-720E-E74F-8E83-CB4DC1621522}">
      <dgm:prSet/>
      <dgm:spPr/>
      <dgm:t>
        <a:bodyPr/>
        <a:lstStyle/>
        <a:p>
          <a:endParaRPr lang="en-US"/>
        </a:p>
      </dgm:t>
    </dgm:pt>
    <dgm:pt modelId="{F440724A-895E-4046-863C-CBEC4BBAEF97}" type="asst">
      <dgm:prSet custT="1"/>
      <dgm:spPr/>
      <dgm:t>
        <a:bodyPr/>
        <a:lstStyle/>
        <a:p>
          <a:r>
            <a:rPr lang="en-US" sz="1050"/>
            <a:t>Other respiratory diseases</a:t>
          </a:r>
          <a:endParaRPr lang="en-US" sz="1050" dirty="0"/>
        </a:p>
      </dgm:t>
    </dgm:pt>
    <dgm:pt modelId="{82E7C191-58AA-AD4C-8193-C816277482E7}" type="parTrans" cxnId="{9900E9E6-3806-1844-812C-27B763EF16B3}">
      <dgm:prSet custT="1"/>
      <dgm:spPr/>
      <dgm:t>
        <a:bodyPr/>
        <a:lstStyle/>
        <a:p>
          <a:endParaRPr lang="en-US" sz="700"/>
        </a:p>
      </dgm:t>
    </dgm:pt>
    <dgm:pt modelId="{0B53EBED-DC4E-C14E-8F4F-1281C5FCF6C0}" type="sibTrans" cxnId="{9900E9E6-3806-1844-812C-27B763EF16B3}">
      <dgm:prSet/>
      <dgm:spPr/>
      <dgm:t>
        <a:bodyPr/>
        <a:lstStyle/>
        <a:p>
          <a:endParaRPr lang="en-US"/>
        </a:p>
      </dgm:t>
    </dgm:pt>
    <dgm:pt modelId="{C746AD0C-E010-3F44-97D9-02C997BC90D7}">
      <dgm:prSet custT="1"/>
      <dgm:spPr/>
      <dgm:t>
        <a:bodyPr/>
        <a:lstStyle/>
        <a:p>
          <a:r>
            <a:rPr lang="en-US" sz="1050"/>
            <a:t>Intentional </a:t>
          </a:r>
        </a:p>
        <a:p>
          <a:r>
            <a:rPr lang="en-US" sz="1050"/>
            <a:t>injuries</a:t>
          </a:r>
          <a:endParaRPr lang="en-US" sz="1050" dirty="0"/>
        </a:p>
      </dgm:t>
    </dgm:pt>
    <dgm:pt modelId="{5C8D35C4-B84A-0346-B457-446B7DA9DC29}" type="parTrans" cxnId="{2D95C225-3886-0E4C-AC22-B886A5D5E640}">
      <dgm:prSet custT="1"/>
      <dgm:spPr/>
      <dgm:t>
        <a:bodyPr/>
        <a:lstStyle/>
        <a:p>
          <a:endParaRPr lang="en-US" sz="700"/>
        </a:p>
      </dgm:t>
    </dgm:pt>
    <dgm:pt modelId="{FF5C7A26-6713-BD45-B150-63F4C43FDE79}" type="sibTrans" cxnId="{2D95C225-3886-0E4C-AC22-B886A5D5E640}">
      <dgm:prSet/>
      <dgm:spPr/>
      <dgm:t>
        <a:bodyPr/>
        <a:lstStyle/>
        <a:p>
          <a:endParaRPr lang="en-US"/>
        </a:p>
      </dgm:t>
    </dgm:pt>
    <dgm:pt modelId="{64F6B637-FA0B-3141-8163-69EA0F3FBFD8}">
      <dgm:prSet custT="1"/>
      <dgm:spPr/>
      <dgm:t>
        <a:bodyPr/>
        <a:lstStyle/>
        <a:p>
          <a:r>
            <a:rPr lang="en-US" sz="1050"/>
            <a:t>Unintentional</a:t>
          </a:r>
        </a:p>
        <a:p>
          <a:r>
            <a:rPr lang="en-US" sz="1050"/>
            <a:t>injuries</a:t>
          </a:r>
          <a:endParaRPr lang="en-US" sz="1050" dirty="0"/>
        </a:p>
      </dgm:t>
    </dgm:pt>
    <dgm:pt modelId="{7350295E-07C8-5642-A6ED-D9A44C57EAAA}" type="parTrans" cxnId="{AE405112-B498-CF44-ACE3-B4657FF6F53E}">
      <dgm:prSet custT="1"/>
      <dgm:spPr/>
      <dgm:t>
        <a:bodyPr/>
        <a:lstStyle/>
        <a:p>
          <a:endParaRPr lang="en-US" sz="800"/>
        </a:p>
      </dgm:t>
    </dgm:pt>
    <dgm:pt modelId="{E8B68650-3C39-6C42-9620-57926B52D711}" type="sibTrans" cxnId="{AE405112-B498-CF44-ACE3-B4657FF6F53E}">
      <dgm:prSet/>
      <dgm:spPr/>
      <dgm:t>
        <a:bodyPr/>
        <a:lstStyle/>
        <a:p>
          <a:endParaRPr lang="en-US"/>
        </a:p>
      </dgm:t>
    </dgm:pt>
    <dgm:pt modelId="{B4E9252C-DF3C-DF45-8B0C-FC2B69597957}">
      <dgm:prSet custT="1"/>
      <dgm:spPr/>
      <dgm:t>
        <a:bodyPr/>
        <a:lstStyle/>
        <a:p>
          <a:r>
            <a:rPr lang="en-US" sz="1050"/>
            <a:t>Assault</a:t>
          </a:r>
          <a:endParaRPr lang="en-US" sz="1050" dirty="0"/>
        </a:p>
      </dgm:t>
    </dgm:pt>
    <dgm:pt modelId="{83C59F1F-BEA2-7045-8E31-F132E9A1B844}" type="parTrans" cxnId="{82E3362E-A7FD-674F-BAA1-0D33056D9842}">
      <dgm:prSet custT="1"/>
      <dgm:spPr/>
      <dgm:t>
        <a:bodyPr/>
        <a:lstStyle/>
        <a:p>
          <a:endParaRPr lang="en-US" sz="700"/>
        </a:p>
      </dgm:t>
    </dgm:pt>
    <dgm:pt modelId="{35C5427C-0DA3-EF41-A35D-9F16DFAE1A31}" type="sibTrans" cxnId="{82E3362E-A7FD-674F-BAA1-0D33056D9842}">
      <dgm:prSet/>
      <dgm:spPr/>
      <dgm:t>
        <a:bodyPr/>
        <a:lstStyle/>
        <a:p>
          <a:endParaRPr lang="en-US"/>
        </a:p>
      </dgm:t>
    </dgm:pt>
    <dgm:pt modelId="{A1AFBFF4-7DA5-C240-BF7D-DC6625D1A415}">
      <dgm:prSet custT="1"/>
      <dgm:spPr/>
      <dgm:t>
        <a:bodyPr/>
        <a:lstStyle/>
        <a:p>
          <a:r>
            <a:rPr lang="en-US" sz="1050"/>
            <a:t>Intentional </a:t>
          </a:r>
        </a:p>
        <a:p>
          <a:r>
            <a:rPr lang="en-US" sz="1050"/>
            <a:t>self-harm</a:t>
          </a:r>
          <a:endParaRPr lang="en-US" sz="1050" dirty="0"/>
        </a:p>
      </dgm:t>
    </dgm:pt>
    <dgm:pt modelId="{35D8F08D-2202-6A46-94E9-1362AA17605B}" type="parTrans" cxnId="{1BFD10AD-03E6-D042-8E34-AC81FFD6853B}">
      <dgm:prSet custT="1"/>
      <dgm:spPr/>
      <dgm:t>
        <a:bodyPr/>
        <a:lstStyle/>
        <a:p>
          <a:endParaRPr lang="en-US" sz="700"/>
        </a:p>
      </dgm:t>
    </dgm:pt>
    <dgm:pt modelId="{50EF97F3-D63D-0C46-8868-2B58D6303D29}" type="sibTrans" cxnId="{1BFD10AD-03E6-D042-8E34-AC81FFD6853B}">
      <dgm:prSet/>
      <dgm:spPr/>
      <dgm:t>
        <a:bodyPr/>
        <a:lstStyle/>
        <a:p>
          <a:endParaRPr lang="en-US"/>
        </a:p>
      </dgm:t>
    </dgm:pt>
    <dgm:pt modelId="{B7EBCAAA-4198-5947-A6D1-E25E02A4F593}">
      <dgm:prSet custT="1"/>
      <dgm:spPr/>
      <dgm:t>
        <a:bodyPr/>
        <a:lstStyle/>
        <a:p>
          <a:r>
            <a:rPr lang="en-US" sz="1050"/>
            <a:t>Drownings</a:t>
          </a:r>
          <a:endParaRPr lang="en-US" sz="1050" dirty="0"/>
        </a:p>
      </dgm:t>
    </dgm:pt>
    <dgm:pt modelId="{99572264-C86E-8A42-8D9C-3A65A20A2E3F}" type="parTrans" cxnId="{9A1CEDA1-3CA4-BB45-AF74-EFCAB0EB0368}">
      <dgm:prSet custT="1"/>
      <dgm:spPr/>
      <dgm:t>
        <a:bodyPr/>
        <a:lstStyle/>
        <a:p>
          <a:endParaRPr lang="en-US" sz="700"/>
        </a:p>
      </dgm:t>
    </dgm:pt>
    <dgm:pt modelId="{E95EDB19-35D0-944D-8C63-9517469BA21F}" type="sibTrans" cxnId="{9A1CEDA1-3CA4-BB45-AF74-EFCAB0EB0368}">
      <dgm:prSet/>
      <dgm:spPr/>
      <dgm:t>
        <a:bodyPr/>
        <a:lstStyle/>
        <a:p>
          <a:endParaRPr lang="en-US"/>
        </a:p>
      </dgm:t>
    </dgm:pt>
    <dgm:pt modelId="{296BBF29-A5E9-1449-828D-860F185D1A1E}">
      <dgm:prSet custT="1"/>
      <dgm:spPr/>
      <dgm:t>
        <a:bodyPr/>
        <a:lstStyle/>
        <a:p>
          <a:r>
            <a:rPr lang="en-US" sz="1050"/>
            <a:t>Falls</a:t>
          </a:r>
          <a:endParaRPr lang="en-US" sz="1050" dirty="0"/>
        </a:p>
      </dgm:t>
    </dgm:pt>
    <dgm:pt modelId="{64A18C8F-49DB-0E40-9261-4F8C4DD390B2}" type="parTrans" cxnId="{821DD738-8FFA-4946-820A-A16E5AB88B33}">
      <dgm:prSet custT="1"/>
      <dgm:spPr/>
      <dgm:t>
        <a:bodyPr/>
        <a:lstStyle/>
        <a:p>
          <a:endParaRPr lang="en-US" sz="700"/>
        </a:p>
      </dgm:t>
    </dgm:pt>
    <dgm:pt modelId="{56FC94D2-6A44-524D-9588-889CA04241CF}" type="sibTrans" cxnId="{821DD738-8FFA-4946-820A-A16E5AB88B33}">
      <dgm:prSet/>
      <dgm:spPr/>
      <dgm:t>
        <a:bodyPr/>
        <a:lstStyle/>
        <a:p>
          <a:endParaRPr lang="en-US"/>
        </a:p>
      </dgm:t>
    </dgm:pt>
    <dgm:pt modelId="{F911514B-98A0-8143-9C2E-BE9E6707D730}">
      <dgm:prSet custT="1"/>
      <dgm:spPr/>
      <dgm:t>
        <a:bodyPr/>
        <a:lstStyle/>
        <a:p>
          <a:r>
            <a:rPr lang="en-US" sz="1050"/>
            <a:t>Transport</a:t>
          </a:r>
          <a:endParaRPr lang="en-US" sz="1050" dirty="0"/>
        </a:p>
      </dgm:t>
    </dgm:pt>
    <dgm:pt modelId="{552681B5-FA41-AF4E-B639-950ABD1E3C3E}" type="parTrans" cxnId="{CC55F48E-CA33-6548-91AF-A08C1707B1CA}">
      <dgm:prSet custT="1"/>
      <dgm:spPr/>
      <dgm:t>
        <a:bodyPr/>
        <a:lstStyle/>
        <a:p>
          <a:endParaRPr lang="en-US" sz="700"/>
        </a:p>
      </dgm:t>
    </dgm:pt>
    <dgm:pt modelId="{AEF79FA1-D6F2-B44E-8CAA-FEDC3B4C385A}" type="sibTrans" cxnId="{CC55F48E-CA33-6548-91AF-A08C1707B1CA}">
      <dgm:prSet/>
      <dgm:spPr/>
      <dgm:t>
        <a:bodyPr/>
        <a:lstStyle/>
        <a:p>
          <a:endParaRPr lang="en-US"/>
        </a:p>
      </dgm:t>
    </dgm:pt>
    <dgm:pt modelId="{44B4FBBC-33DD-C94B-8A09-E316F7CC1756}">
      <dgm:prSet custT="1"/>
      <dgm:spPr/>
      <dgm:t>
        <a:bodyPr/>
        <a:lstStyle/>
        <a:p>
          <a:r>
            <a:rPr lang="en-US" sz="1050"/>
            <a:t>Other unintentional injuries</a:t>
          </a:r>
          <a:endParaRPr lang="en-US" sz="1050" dirty="0"/>
        </a:p>
      </dgm:t>
    </dgm:pt>
    <dgm:pt modelId="{8C9153C2-B654-414F-8F1B-565646AF0966}" type="parTrans" cxnId="{D6792F99-83EC-1F4A-BB9D-8B3EB4D21FBD}">
      <dgm:prSet custT="1"/>
      <dgm:spPr/>
      <dgm:t>
        <a:bodyPr/>
        <a:lstStyle/>
        <a:p>
          <a:endParaRPr lang="en-US" sz="700"/>
        </a:p>
      </dgm:t>
    </dgm:pt>
    <dgm:pt modelId="{D4700B7A-F19A-1140-AEB6-F57A5F3C7142}" type="sibTrans" cxnId="{D6792F99-83EC-1F4A-BB9D-8B3EB4D21FBD}">
      <dgm:prSet/>
      <dgm:spPr/>
      <dgm:t>
        <a:bodyPr/>
        <a:lstStyle/>
        <a:p>
          <a:endParaRPr lang="en-US"/>
        </a:p>
      </dgm:t>
    </dgm:pt>
    <dgm:pt modelId="{77237B70-D24B-E04A-8453-C55E1384D2F6}" type="pres">
      <dgm:prSet presAssocID="{EE272B28-2167-2042-B260-FCCD11CEC785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03CE7D7-E618-1840-BCBD-01EBE2A19C55}" type="pres">
      <dgm:prSet presAssocID="{EDDB04CB-710B-7E46-ABD5-A4793BE9B39A}" presName="root1" presStyleCnt="0"/>
      <dgm:spPr/>
    </dgm:pt>
    <dgm:pt modelId="{6B133CC1-CFEE-1E42-95A7-0C8FE7A530A0}" type="pres">
      <dgm:prSet presAssocID="{EDDB04CB-710B-7E46-ABD5-A4793BE9B39A}" presName="LevelOneTextNode" presStyleLbl="node0" presStyleIdx="0" presStyleCnt="1" custLinFactX="-9016" custLinFactNeighborX="-100000" custLinFactNeighborY="-167">
        <dgm:presLayoutVars>
          <dgm:chPref val="3"/>
        </dgm:presLayoutVars>
      </dgm:prSet>
      <dgm:spPr/>
    </dgm:pt>
    <dgm:pt modelId="{12E7A0AF-8EAD-8041-AEA1-A55210714987}" type="pres">
      <dgm:prSet presAssocID="{EDDB04CB-710B-7E46-ABD5-A4793BE9B39A}" presName="level2hierChild" presStyleCnt="0"/>
      <dgm:spPr/>
    </dgm:pt>
    <dgm:pt modelId="{1949B696-6309-254B-8B21-8C5C1F96B0AA}" type="pres">
      <dgm:prSet presAssocID="{BA066FB3-4D66-C14E-B04C-0043D3FBA0AB}" presName="conn2-1" presStyleLbl="parChTrans1D2" presStyleIdx="0" presStyleCnt="4"/>
      <dgm:spPr/>
    </dgm:pt>
    <dgm:pt modelId="{2ABB24B6-4ACE-634C-B3A8-E8616E4A7D6A}" type="pres">
      <dgm:prSet presAssocID="{BA066FB3-4D66-C14E-B04C-0043D3FBA0AB}" presName="connTx" presStyleLbl="parChTrans1D2" presStyleIdx="0" presStyleCnt="4"/>
      <dgm:spPr/>
    </dgm:pt>
    <dgm:pt modelId="{DD4555B0-321E-5441-9009-535C4B0A8894}" type="pres">
      <dgm:prSet presAssocID="{E123BFD8-C82B-6E48-9279-78984B953AE1}" presName="root2" presStyleCnt="0"/>
      <dgm:spPr/>
    </dgm:pt>
    <dgm:pt modelId="{AAFF53A3-E5CA-9545-9C88-C70E7D1FDF35}" type="pres">
      <dgm:prSet presAssocID="{E123BFD8-C82B-6E48-9279-78984B953AE1}" presName="LevelTwoTextNode" presStyleLbl="asst1" presStyleIdx="0" presStyleCnt="9" custLinFactY="-65275" custLinFactNeighborX="-46570" custLinFactNeighborY="-100000">
        <dgm:presLayoutVars>
          <dgm:chPref val="3"/>
        </dgm:presLayoutVars>
      </dgm:prSet>
      <dgm:spPr/>
    </dgm:pt>
    <dgm:pt modelId="{38DFBB60-8C29-CC44-9737-C1A28CC7759D}" type="pres">
      <dgm:prSet presAssocID="{E123BFD8-C82B-6E48-9279-78984B953AE1}" presName="level3hierChild" presStyleCnt="0"/>
      <dgm:spPr/>
    </dgm:pt>
    <dgm:pt modelId="{C22F0B16-DC50-DE49-A7B3-546CB5F1AFCF}" type="pres">
      <dgm:prSet presAssocID="{30F6F2FD-8BD9-C245-9B5A-10B14576D9E3}" presName="conn2-1" presStyleLbl="parChTrans1D3" presStyleIdx="0" presStyleCnt="4"/>
      <dgm:spPr/>
    </dgm:pt>
    <dgm:pt modelId="{88429FD9-1633-B147-8D0D-36E5C12B1FAE}" type="pres">
      <dgm:prSet presAssocID="{30F6F2FD-8BD9-C245-9B5A-10B14576D9E3}" presName="connTx" presStyleLbl="parChTrans1D3" presStyleIdx="0" presStyleCnt="4"/>
      <dgm:spPr/>
    </dgm:pt>
    <dgm:pt modelId="{85153E93-4850-B348-A131-A74FF0A60094}" type="pres">
      <dgm:prSet presAssocID="{9ACAF35F-93F2-8D4F-BF64-D0C1BC0F17CB}" presName="root2" presStyleCnt="0"/>
      <dgm:spPr/>
    </dgm:pt>
    <dgm:pt modelId="{7D4575F6-4CC4-AF43-B237-7323ED4F22DA}" type="pres">
      <dgm:prSet presAssocID="{9ACAF35F-93F2-8D4F-BF64-D0C1BC0F17CB}" presName="LevelTwoTextNode" presStyleLbl="asst1" presStyleIdx="1" presStyleCnt="9" custLinFactNeighborX="10583" custLinFactNeighborY="8300">
        <dgm:presLayoutVars>
          <dgm:chPref val="3"/>
        </dgm:presLayoutVars>
      </dgm:prSet>
      <dgm:spPr/>
    </dgm:pt>
    <dgm:pt modelId="{AF390E16-0164-EF43-A35D-A4CCBCDB6C2E}" type="pres">
      <dgm:prSet presAssocID="{9ACAF35F-93F2-8D4F-BF64-D0C1BC0F17CB}" presName="level3hierChild" presStyleCnt="0"/>
      <dgm:spPr/>
    </dgm:pt>
    <dgm:pt modelId="{270EED86-C005-C942-A4E3-69F045B4F308}" type="pres">
      <dgm:prSet presAssocID="{BE12F2BC-7FE8-4443-90DA-D47A0C5C101E}" presName="conn2-1" presStyleLbl="parChTrans1D4" presStyleIdx="0" presStyleCnt="12"/>
      <dgm:spPr/>
    </dgm:pt>
    <dgm:pt modelId="{D8952589-C9B8-EB4D-9368-DBCB7EAC470C}" type="pres">
      <dgm:prSet presAssocID="{BE12F2BC-7FE8-4443-90DA-D47A0C5C101E}" presName="connTx" presStyleLbl="parChTrans1D4" presStyleIdx="0" presStyleCnt="12"/>
      <dgm:spPr/>
    </dgm:pt>
    <dgm:pt modelId="{103D9719-1039-2547-8991-7F4EC68BF267}" type="pres">
      <dgm:prSet presAssocID="{4D05A949-8CF5-AE45-AC57-ED1DC5CC511E}" presName="root2" presStyleCnt="0"/>
      <dgm:spPr/>
    </dgm:pt>
    <dgm:pt modelId="{C5CFB1FA-B294-8B48-9CE3-E2393FF90491}" type="pres">
      <dgm:prSet presAssocID="{4D05A949-8CF5-AE45-AC57-ED1DC5CC511E}" presName="LevelTwoTextNode" presStyleLbl="asst1" presStyleIdx="2" presStyleCnt="9" custLinFactNeighborX="64561" custLinFactNeighborY="-167">
        <dgm:presLayoutVars>
          <dgm:chPref val="3"/>
        </dgm:presLayoutVars>
      </dgm:prSet>
      <dgm:spPr/>
    </dgm:pt>
    <dgm:pt modelId="{F0F97763-CD22-814D-9AAB-0177729E31A6}" type="pres">
      <dgm:prSet presAssocID="{4D05A949-8CF5-AE45-AC57-ED1DC5CC511E}" presName="level3hierChild" presStyleCnt="0"/>
      <dgm:spPr/>
    </dgm:pt>
    <dgm:pt modelId="{7A385FF1-1EEB-C94A-98CF-1DA6A140AD5F}" type="pres">
      <dgm:prSet presAssocID="{30351A67-27F6-8149-A470-235BFF145768}" presName="conn2-1" presStyleLbl="parChTrans1D4" presStyleIdx="1" presStyleCnt="12"/>
      <dgm:spPr/>
    </dgm:pt>
    <dgm:pt modelId="{02DE2B08-73B2-5B45-B95B-97530EA2B190}" type="pres">
      <dgm:prSet presAssocID="{30351A67-27F6-8149-A470-235BFF145768}" presName="connTx" presStyleLbl="parChTrans1D4" presStyleIdx="1" presStyleCnt="12"/>
      <dgm:spPr/>
    </dgm:pt>
    <dgm:pt modelId="{146077A4-E423-FD46-B105-64A99BEA1949}" type="pres">
      <dgm:prSet presAssocID="{434A1D36-6AD2-7D40-A3D9-FF5EBD62206B}" presName="root2" presStyleCnt="0"/>
      <dgm:spPr/>
    </dgm:pt>
    <dgm:pt modelId="{9DC11BF4-DFA7-D34D-9922-60460E973BBF}" type="pres">
      <dgm:prSet presAssocID="{434A1D36-6AD2-7D40-A3D9-FF5EBD62206B}" presName="LevelTwoTextNode" presStyleLbl="asst1" presStyleIdx="3" presStyleCnt="9" custLinFactNeighborX="64561" custLinFactNeighborY="-167">
        <dgm:presLayoutVars>
          <dgm:chPref val="3"/>
        </dgm:presLayoutVars>
      </dgm:prSet>
      <dgm:spPr/>
    </dgm:pt>
    <dgm:pt modelId="{577D2983-FE73-B94B-A91E-95F0940150D0}" type="pres">
      <dgm:prSet presAssocID="{434A1D36-6AD2-7D40-A3D9-FF5EBD62206B}" presName="level3hierChild" presStyleCnt="0"/>
      <dgm:spPr/>
    </dgm:pt>
    <dgm:pt modelId="{FA094755-C97E-EA41-8489-418EF69D8C5F}" type="pres">
      <dgm:prSet presAssocID="{3D99DA8E-1AF7-0D49-84B3-944A39AC7289}" presName="conn2-1" presStyleLbl="parChTrans1D4" presStyleIdx="2" presStyleCnt="12"/>
      <dgm:spPr/>
    </dgm:pt>
    <dgm:pt modelId="{B5CE9587-BD98-2543-B3CB-F79D79912902}" type="pres">
      <dgm:prSet presAssocID="{3D99DA8E-1AF7-0D49-84B3-944A39AC7289}" presName="connTx" presStyleLbl="parChTrans1D4" presStyleIdx="2" presStyleCnt="12"/>
      <dgm:spPr/>
    </dgm:pt>
    <dgm:pt modelId="{0C317F45-7908-724C-9F73-2B190D83BCA0}" type="pres">
      <dgm:prSet presAssocID="{9EAC90BB-DF30-BA4B-96E6-D8C9105BAA97}" presName="root2" presStyleCnt="0"/>
      <dgm:spPr/>
    </dgm:pt>
    <dgm:pt modelId="{EC96D627-D47E-F742-BBE8-957AC9688C71}" type="pres">
      <dgm:prSet presAssocID="{9EAC90BB-DF30-BA4B-96E6-D8C9105BAA97}" presName="LevelTwoTextNode" presStyleLbl="asst1" presStyleIdx="4" presStyleCnt="9" custLinFactNeighborX="64561" custLinFactNeighborY="-167">
        <dgm:presLayoutVars>
          <dgm:chPref val="3"/>
        </dgm:presLayoutVars>
      </dgm:prSet>
      <dgm:spPr/>
    </dgm:pt>
    <dgm:pt modelId="{4229D05A-C9D1-3B42-859E-9178F52663AA}" type="pres">
      <dgm:prSet presAssocID="{9EAC90BB-DF30-BA4B-96E6-D8C9105BAA97}" presName="level3hierChild" presStyleCnt="0"/>
      <dgm:spPr/>
    </dgm:pt>
    <dgm:pt modelId="{AE62EA6B-DA39-7D45-B7A2-DACF183C320F}" type="pres">
      <dgm:prSet presAssocID="{11293D5D-DAFB-DC41-B1C1-F3493CCDA6BC}" presName="conn2-1" presStyleLbl="parChTrans1D3" presStyleIdx="1" presStyleCnt="4"/>
      <dgm:spPr/>
    </dgm:pt>
    <dgm:pt modelId="{FE8C5A84-B9B3-6A4A-A34E-AC40FDDF7666}" type="pres">
      <dgm:prSet presAssocID="{11293D5D-DAFB-DC41-B1C1-F3493CCDA6BC}" presName="connTx" presStyleLbl="parChTrans1D3" presStyleIdx="1" presStyleCnt="4"/>
      <dgm:spPr/>
    </dgm:pt>
    <dgm:pt modelId="{9424F6E5-DB89-2548-8C4F-BAB69396AC61}" type="pres">
      <dgm:prSet presAssocID="{1EB42666-7243-7248-BCEF-4E1799628BD3}" presName="root2" presStyleCnt="0"/>
      <dgm:spPr/>
    </dgm:pt>
    <dgm:pt modelId="{033D980A-9C79-824D-88FB-1BCEE228D888}" type="pres">
      <dgm:prSet presAssocID="{1EB42666-7243-7248-BCEF-4E1799628BD3}" presName="LevelTwoTextNode" presStyleLbl="asst1" presStyleIdx="5" presStyleCnt="9" custLinFactNeighborX="10583" custLinFactNeighborY="8300">
        <dgm:presLayoutVars>
          <dgm:chPref val="3"/>
        </dgm:presLayoutVars>
      </dgm:prSet>
      <dgm:spPr/>
    </dgm:pt>
    <dgm:pt modelId="{02BC923A-209C-9447-8468-02E33357683F}" type="pres">
      <dgm:prSet presAssocID="{1EB42666-7243-7248-BCEF-4E1799628BD3}" presName="level3hierChild" presStyleCnt="0"/>
      <dgm:spPr/>
    </dgm:pt>
    <dgm:pt modelId="{08D77D6F-4E1D-AC4D-889E-A5BC98F32ACB}" type="pres">
      <dgm:prSet presAssocID="{8CE0E17C-4773-C740-BCEC-85806D4AC7A8}" presName="conn2-1" presStyleLbl="parChTrans1D4" presStyleIdx="3" presStyleCnt="12"/>
      <dgm:spPr/>
    </dgm:pt>
    <dgm:pt modelId="{E9104157-5551-304E-94F3-9419FA4E3879}" type="pres">
      <dgm:prSet presAssocID="{8CE0E17C-4773-C740-BCEC-85806D4AC7A8}" presName="connTx" presStyleLbl="parChTrans1D4" presStyleIdx="3" presStyleCnt="12"/>
      <dgm:spPr/>
    </dgm:pt>
    <dgm:pt modelId="{B8DC85CE-1B43-0744-A899-375890867BEA}" type="pres">
      <dgm:prSet presAssocID="{E7CD54D1-48F9-2842-A99B-80B0054843D5}" presName="root2" presStyleCnt="0"/>
      <dgm:spPr/>
    </dgm:pt>
    <dgm:pt modelId="{D7D46009-7DB0-3E4A-834C-62B1740CAF05}" type="pres">
      <dgm:prSet presAssocID="{E7CD54D1-48F9-2842-A99B-80B0054843D5}" presName="LevelTwoTextNode" presStyleLbl="asst1" presStyleIdx="6" presStyleCnt="9" custLinFactNeighborX="64561" custLinFactNeighborY="-167">
        <dgm:presLayoutVars>
          <dgm:chPref val="3"/>
        </dgm:presLayoutVars>
      </dgm:prSet>
      <dgm:spPr/>
    </dgm:pt>
    <dgm:pt modelId="{0086B251-38E6-ED4C-998E-298295CFE501}" type="pres">
      <dgm:prSet presAssocID="{E7CD54D1-48F9-2842-A99B-80B0054843D5}" presName="level3hierChild" presStyleCnt="0"/>
      <dgm:spPr/>
    </dgm:pt>
    <dgm:pt modelId="{A91AF5BA-2C75-F34F-9B00-D5BD26380041}" type="pres">
      <dgm:prSet presAssocID="{FB81FBFF-8F28-6049-ABC0-B90529D8A531}" presName="conn2-1" presStyleLbl="parChTrans1D4" presStyleIdx="4" presStyleCnt="12"/>
      <dgm:spPr/>
    </dgm:pt>
    <dgm:pt modelId="{17E7A137-5B16-254F-911E-E0AB63028451}" type="pres">
      <dgm:prSet presAssocID="{FB81FBFF-8F28-6049-ABC0-B90529D8A531}" presName="connTx" presStyleLbl="parChTrans1D4" presStyleIdx="4" presStyleCnt="12"/>
      <dgm:spPr/>
    </dgm:pt>
    <dgm:pt modelId="{E9BD0D2F-131D-2F43-ACD6-5916B6667046}" type="pres">
      <dgm:prSet presAssocID="{776FC38A-F125-6849-84C7-635A716535C7}" presName="root2" presStyleCnt="0"/>
      <dgm:spPr/>
    </dgm:pt>
    <dgm:pt modelId="{F4A9D1CF-C403-C543-9BC8-78437B763C87}" type="pres">
      <dgm:prSet presAssocID="{776FC38A-F125-6849-84C7-635A716535C7}" presName="LevelTwoTextNode" presStyleLbl="asst1" presStyleIdx="7" presStyleCnt="9" custLinFactNeighborX="64561" custLinFactNeighborY="-167">
        <dgm:presLayoutVars>
          <dgm:chPref val="3"/>
        </dgm:presLayoutVars>
      </dgm:prSet>
      <dgm:spPr/>
    </dgm:pt>
    <dgm:pt modelId="{8D1CD6FE-2227-8A46-B598-27DCFDE22A69}" type="pres">
      <dgm:prSet presAssocID="{776FC38A-F125-6849-84C7-635A716535C7}" presName="level3hierChild" presStyleCnt="0"/>
      <dgm:spPr/>
    </dgm:pt>
    <dgm:pt modelId="{59854AA6-7F6C-0342-9774-65150C5AEC34}" type="pres">
      <dgm:prSet presAssocID="{82E7C191-58AA-AD4C-8193-C816277482E7}" presName="conn2-1" presStyleLbl="parChTrans1D4" presStyleIdx="5" presStyleCnt="12"/>
      <dgm:spPr/>
    </dgm:pt>
    <dgm:pt modelId="{6AC51277-B0DA-C644-8088-8425AF9CE090}" type="pres">
      <dgm:prSet presAssocID="{82E7C191-58AA-AD4C-8193-C816277482E7}" presName="connTx" presStyleLbl="parChTrans1D4" presStyleIdx="5" presStyleCnt="12"/>
      <dgm:spPr/>
    </dgm:pt>
    <dgm:pt modelId="{52A2356F-9AA6-3747-BC6E-A8D8E5D253EE}" type="pres">
      <dgm:prSet presAssocID="{F440724A-895E-4046-863C-CBEC4BBAEF97}" presName="root2" presStyleCnt="0"/>
      <dgm:spPr/>
    </dgm:pt>
    <dgm:pt modelId="{83C4403D-3E5F-854F-B4DE-0F5EAD1E78E8}" type="pres">
      <dgm:prSet presAssocID="{F440724A-895E-4046-863C-CBEC4BBAEF97}" presName="LevelTwoTextNode" presStyleLbl="asst1" presStyleIdx="8" presStyleCnt="9" custLinFactNeighborX="64561" custLinFactNeighborY="-167">
        <dgm:presLayoutVars>
          <dgm:chPref val="3"/>
        </dgm:presLayoutVars>
      </dgm:prSet>
      <dgm:spPr/>
    </dgm:pt>
    <dgm:pt modelId="{C1430D0D-2D0B-124E-97DE-8E9FE3AD6D6B}" type="pres">
      <dgm:prSet presAssocID="{F440724A-895E-4046-863C-CBEC4BBAEF97}" presName="level3hierChild" presStyleCnt="0"/>
      <dgm:spPr/>
    </dgm:pt>
    <dgm:pt modelId="{8288258F-18E8-B443-9AA8-64F1D3F853A3}" type="pres">
      <dgm:prSet presAssocID="{92EF1B7B-B97C-5B4D-B37B-1B73024AA889}" presName="conn2-1" presStyleLbl="parChTrans1D2" presStyleIdx="1" presStyleCnt="4"/>
      <dgm:spPr/>
    </dgm:pt>
    <dgm:pt modelId="{9BD9C8DA-F1B6-D248-BEFB-A6AB839AA953}" type="pres">
      <dgm:prSet presAssocID="{92EF1B7B-B97C-5B4D-B37B-1B73024AA889}" presName="connTx" presStyleLbl="parChTrans1D2" presStyleIdx="1" presStyleCnt="4"/>
      <dgm:spPr/>
    </dgm:pt>
    <dgm:pt modelId="{AF04DE09-1D12-0541-A9E1-9AC19CB66AD6}" type="pres">
      <dgm:prSet presAssocID="{69B6F0CD-6F66-5F4E-A46E-8BC6730F9234}" presName="root2" presStyleCnt="0"/>
      <dgm:spPr/>
    </dgm:pt>
    <dgm:pt modelId="{0A5026A0-8E56-A647-A8C3-15986D1C7EBC}" type="pres">
      <dgm:prSet presAssocID="{69B6F0CD-6F66-5F4E-A46E-8BC6730F9234}" presName="LevelTwoTextNode" presStyleLbl="node2" presStyleIdx="0" presStyleCnt="3" custLinFactNeighborX="-44454" custLinFactNeighborY="59110">
        <dgm:presLayoutVars>
          <dgm:chPref val="3"/>
        </dgm:presLayoutVars>
      </dgm:prSet>
      <dgm:spPr/>
    </dgm:pt>
    <dgm:pt modelId="{FA397E13-9867-484A-A338-86F7B6F101D6}" type="pres">
      <dgm:prSet presAssocID="{69B6F0CD-6F66-5F4E-A46E-8BC6730F9234}" presName="level3hierChild" presStyleCnt="0"/>
      <dgm:spPr/>
    </dgm:pt>
    <dgm:pt modelId="{F43E0DE1-1D51-C34C-A48A-A5043C08BF68}" type="pres">
      <dgm:prSet presAssocID="{9E6C6813-34CE-1546-A852-EF5399136707}" presName="conn2-1" presStyleLbl="parChTrans1D2" presStyleIdx="2" presStyleCnt="4"/>
      <dgm:spPr/>
    </dgm:pt>
    <dgm:pt modelId="{9DBB0BBA-38F0-C945-AF60-7BE5711D3B37}" type="pres">
      <dgm:prSet presAssocID="{9E6C6813-34CE-1546-A852-EF5399136707}" presName="connTx" presStyleLbl="parChTrans1D2" presStyleIdx="2" presStyleCnt="4"/>
      <dgm:spPr/>
    </dgm:pt>
    <dgm:pt modelId="{0263A6D9-54AD-7A46-A7B7-DB78C871AFE1}" type="pres">
      <dgm:prSet presAssocID="{0F7D0476-F7B8-E043-8F1A-BE4956E9439C}" presName="root2" presStyleCnt="0"/>
      <dgm:spPr/>
    </dgm:pt>
    <dgm:pt modelId="{3285F61B-7363-E343-977E-A54DA907C2BE}" type="pres">
      <dgm:prSet presAssocID="{0F7D0476-F7B8-E043-8F1A-BE4956E9439C}" presName="LevelTwoTextNode" presStyleLbl="node2" presStyleIdx="1" presStyleCnt="3" custLinFactY="-35642" custLinFactNeighborX="-46571" custLinFactNeighborY="-100000">
        <dgm:presLayoutVars>
          <dgm:chPref val="3"/>
        </dgm:presLayoutVars>
      </dgm:prSet>
      <dgm:spPr/>
    </dgm:pt>
    <dgm:pt modelId="{F06A5B78-D7DE-B44F-B6D6-98E7FA82C861}" type="pres">
      <dgm:prSet presAssocID="{0F7D0476-F7B8-E043-8F1A-BE4956E9439C}" presName="level3hierChild" presStyleCnt="0"/>
      <dgm:spPr/>
    </dgm:pt>
    <dgm:pt modelId="{5B934FD6-5DA9-8D48-82F2-1DA6883FDCB3}" type="pres">
      <dgm:prSet presAssocID="{5C8D35C4-B84A-0346-B457-446B7DA9DC29}" presName="conn2-1" presStyleLbl="parChTrans1D3" presStyleIdx="2" presStyleCnt="4"/>
      <dgm:spPr/>
    </dgm:pt>
    <dgm:pt modelId="{0972F59B-DBFC-6D4E-8A60-D7E3799171B9}" type="pres">
      <dgm:prSet presAssocID="{5C8D35C4-B84A-0346-B457-446B7DA9DC29}" presName="connTx" presStyleLbl="parChTrans1D3" presStyleIdx="2" presStyleCnt="4"/>
      <dgm:spPr/>
    </dgm:pt>
    <dgm:pt modelId="{F18C3C97-77CB-8746-94AA-BC82B3C6A4D9}" type="pres">
      <dgm:prSet presAssocID="{C746AD0C-E010-3F44-97D9-02C997BC90D7}" presName="root2" presStyleCnt="0"/>
      <dgm:spPr/>
    </dgm:pt>
    <dgm:pt modelId="{DCA00317-0BCC-D346-AFED-C8EC112383EB}" type="pres">
      <dgm:prSet presAssocID="{C746AD0C-E010-3F44-97D9-02C997BC90D7}" presName="LevelTwoTextNode" presStyleLbl="node3" presStyleIdx="0" presStyleCnt="2" custLinFactNeighborX="10583" custLinFactNeighborY="8300">
        <dgm:presLayoutVars>
          <dgm:chPref val="3"/>
        </dgm:presLayoutVars>
      </dgm:prSet>
      <dgm:spPr/>
    </dgm:pt>
    <dgm:pt modelId="{924FD834-D1BB-5C42-B4AB-A9C4C7C08358}" type="pres">
      <dgm:prSet presAssocID="{C746AD0C-E010-3F44-97D9-02C997BC90D7}" presName="level3hierChild" presStyleCnt="0"/>
      <dgm:spPr/>
    </dgm:pt>
    <dgm:pt modelId="{9A60D193-9E5C-C84B-8E98-03EA406F1980}" type="pres">
      <dgm:prSet presAssocID="{83C59F1F-BEA2-7045-8E31-F132E9A1B844}" presName="conn2-1" presStyleLbl="parChTrans1D4" presStyleIdx="6" presStyleCnt="12"/>
      <dgm:spPr/>
    </dgm:pt>
    <dgm:pt modelId="{CBEABE6D-699A-2245-AC43-AEC131794FFC}" type="pres">
      <dgm:prSet presAssocID="{83C59F1F-BEA2-7045-8E31-F132E9A1B844}" presName="connTx" presStyleLbl="parChTrans1D4" presStyleIdx="6" presStyleCnt="12"/>
      <dgm:spPr/>
    </dgm:pt>
    <dgm:pt modelId="{D9A5A57F-08A8-7947-A4DA-1B242BDB2EFD}" type="pres">
      <dgm:prSet presAssocID="{B4E9252C-DF3C-DF45-8B0C-FC2B69597957}" presName="root2" presStyleCnt="0"/>
      <dgm:spPr/>
    </dgm:pt>
    <dgm:pt modelId="{C3F4979E-E271-BE4C-AF2B-41E8089D0436}" type="pres">
      <dgm:prSet presAssocID="{B4E9252C-DF3C-DF45-8B0C-FC2B69597957}" presName="LevelTwoTextNode" presStyleLbl="node4" presStyleIdx="0" presStyleCnt="6" custLinFactNeighborX="64561" custLinFactNeighborY="-167">
        <dgm:presLayoutVars>
          <dgm:chPref val="3"/>
        </dgm:presLayoutVars>
      </dgm:prSet>
      <dgm:spPr/>
    </dgm:pt>
    <dgm:pt modelId="{D7528E04-163A-A14F-B356-81A8C7B8AA2F}" type="pres">
      <dgm:prSet presAssocID="{B4E9252C-DF3C-DF45-8B0C-FC2B69597957}" presName="level3hierChild" presStyleCnt="0"/>
      <dgm:spPr/>
    </dgm:pt>
    <dgm:pt modelId="{0ED8A481-612E-8A47-A481-A9286539C4A5}" type="pres">
      <dgm:prSet presAssocID="{35D8F08D-2202-6A46-94E9-1362AA17605B}" presName="conn2-1" presStyleLbl="parChTrans1D4" presStyleIdx="7" presStyleCnt="12"/>
      <dgm:spPr/>
    </dgm:pt>
    <dgm:pt modelId="{93BC982A-6F35-754E-9FF5-F802C998237A}" type="pres">
      <dgm:prSet presAssocID="{35D8F08D-2202-6A46-94E9-1362AA17605B}" presName="connTx" presStyleLbl="parChTrans1D4" presStyleIdx="7" presStyleCnt="12"/>
      <dgm:spPr/>
    </dgm:pt>
    <dgm:pt modelId="{5CFFB45E-C9B0-5F41-AD27-52C6BD643F76}" type="pres">
      <dgm:prSet presAssocID="{A1AFBFF4-7DA5-C240-BF7D-DC6625D1A415}" presName="root2" presStyleCnt="0"/>
      <dgm:spPr/>
    </dgm:pt>
    <dgm:pt modelId="{806A36E2-BB57-9C48-BC5F-9ACA33E1B931}" type="pres">
      <dgm:prSet presAssocID="{A1AFBFF4-7DA5-C240-BF7D-DC6625D1A415}" presName="LevelTwoTextNode" presStyleLbl="node4" presStyleIdx="1" presStyleCnt="6" custLinFactNeighborX="64561" custLinFactNeighborY="-167">
        <dgm:presLayoutVars>
          <dgm:chPref val="3"/>
        </dgm:presLayoutVars>
      </dgm:prSet>
      <dgm:spPr/>
    </dgm:pt>
    <dgm:pt modelId="{7131C720-5042-6248-BC35-0320E90353F5}" type="pres">
      <dgm:prSet presAssocID="{A1AFBFF4-7DA5-C240-BF7D-DC6625D1A415}" presName="level3hierChild" presStyleCnt="0"/>
      <dgm:spPr/>
    </dgm:pt>
    <dgm:pt modelId="{2080397C-60A9-D94E-8199-7CF997F6C40E}" type="pres">
      <dgm:prSet presAssocID="{7350295E-07C8-5642-A6ED-D9A44C57EAAA}" presName="conn2-1" presStyleLbl="parChTrans1D3" presStyleIdx="3" presStyleCnt="4"/>
      <dgm:spPr/>
    </dgm:pt>
    <dgm:pt modelId="{6369F94E-DB5D-264D-89F6-1F2BF16A6835}" type="pres">
      <dgm:prSet presAssocID="{7350295E-07C8-5642-A6ED-D9A44C57EAAA}" presName="connTx" presStyleLbl="parChTrans1D3" presStyleIdx="3" presStyleCnt="4"/>
      <dgm:spPr/>
    </dgm:pt>
    <dgm:pt modelId="{89A2E8D3-511B-9746-9DFE-AADD552E0C0B}" type="pres">
      <dgm:prSet presAssocID="{64F6B637-FA0B-3141-8163-69EA0F3FBFD8}" presName="root2" presStyleCnt="0"/>
      <dgm:spPr/>
    </dgm:pt>
    <dgm:pt modelId="{659A29EA-DA69-0B48-AC90-2BC5DC06E162}" type="pres">
      <dgm:prSet presAssocID="{64F6B637-FA0B-3141-8163-69EA0F3FBFD8}" presName="LevelTwoTextNode" presStyleLbl="node3" presStyleIdx="1" presStyleCnt="2" custLinFactNeighborX="10583" custLinFactNeighborY="8300">
        <dgm:presLayoutVars>
          <dgm:chPref val="3"/>
        </dgm:presLayoutVars>
      </dgm:prSet>
      <dgm:spPr/>
    </dgm:pt>
    <dgm:pt modelId="{D0C9CACE-A884-FD45-8AE4-583761B28D32}" type="pres">
      <dgm:prSet presAssocID="{64F6B637-FA0B-3141-8163-69EA0F3FBFD8}" presName="level3hierChild" presStyleCnt="0"/>
      <dgm:spPr/>
    </dgm:pt>
    <dgm:pt modelId="{114F8689-8DD4-464E-A4B8-2EEAEAC69229}" type="pres">
      <dgm:prSet presAssocID="{99572264-C86E-8A42-8D9C-3A65A20A2E3F}" presName="conn2-1" presStyleLbl="parChTrans1D4" presStyleIdx="8" presStyleCnt="12"/>
      <dgm:spPr/>
    </dgm:pt>
    <dgm:pt modelId="{B79DFBBA-B78B-B645-87FD-2321D061E846}" type="pres">
      <dgm:prSet presAssocID="{99572264-C86E-8A42-8D9C-3A65A20A2E3F}" presName="connTx" presStyleLbl="parChTrans1D4" presStyleIdx="8" presStyleCnt="12"/>
      <dgm:spPr/>
    </dgm:pt>
    <dgm:pt modelId="{443ED279-37A7-FB4E-BB07-8D4213ECEDDA}" type="pres">
      <dgm:prSet presAssocID="{B7EBCAAA-4198-5947-A6D1-E25E02A4F593}" presName="root2" presStyleCnt="0"/>
      <dgm:spPr/>
    </dgm:pt>
    <dgm:pt modelId="{939AF6B4-3819-0140-A122-BCED377C3051}" type="pres">
      <dgm:prSet presAssocID="{B7EBCAAA-4198-5947-A6D1-E25E02A4F593}" presName="LevelTwoTextNode" presStyleLbl="node4" presStyleIdx="2" presStyleCnt="6" custLinFactNeighborX="64561" custLinFactNeighborY="-167">
        <dgm:presLayoutVars>
          <dgm:chPref val="3"/>
        </dgm:presLayoutVars>
      </dgm:prSet>
      <dgm:spPr/>
    </dgm:pt>
    <dgm:pt modelId="{17281CF6-0EA6-2446-B95B-F5B335B1C266}" type="pres">
      <dgm:prSet presAssocID="{B7EBCAAA-4198-5947-A6D1-E25E02A4F593}" presName="level3hierChild" presStyleCnt="0"/>
      <dgm:spPr/>
    </dgm:pt>
    <dgm:pt modelId="{4F1DD744-EA55-8048-B000-B8C587FAB291}" type="pres">
      <dgm:prSet presAssocID="{64A18C8F-49DB-0E40-9261-4F8C4DD390B2}" presName="conn2-1" presStyleLbl="parChTrans1D4" presStyleIdx="9" presStyleCnt="12"/>
      <dgm:spPr/>
    </dgm:pt>
    <dgm:pt modelId="{62617335-E61D-8044-B4F0-F250BA240580}" type="pres">
      <dgm:prSet presAssocID="{64A18C8F-49DB-0E40-9261-4F8C4DD390B2}" presName="connTx" presStyleLbl="parChTrans1D4" presStyleIdx="9" presStyleCnt="12"/>
      <dgm:spPr/>
    </dgm:pt>
    <dgm:pt modelId="{ED64EF8A-BC07-DA49-9455-E5BF42DE2409}" type="pres">
      <dgm:prSet presAssocID="{296BBF29-A5E9-1449-828D-860F185D1A1E}" presName="root2" presStyleCnt="0"/>
      <dgm:spPr/>
    </dgm:pt>
    <dgm:pt modelId="{B535F848-288F-9340-BD31-E706D166D8ED}" type="pres">
      <dgm:prSet presAssocID="{296BBF29-A5E9-1449-828D-860F185D1A1E}" presName="LevelTwoTextNode" presStyleLbl="node4" presStyleIdx="3" presStyleCnt="6" custLinFactNeighborX="64561" custLinFactNeighborY="-167">
        <dgm:presLayoutVars>
          <dgm:chPref val="3"/>
        </dgm:presLayoutVars>
      </dgm:prSet>
      <dgm:spPr/>
    </dgm:pt>
    <dgm:pt modelId="{D6A73EEC-762B-DD4F-8208-678AEEA26FA3}" type="pres">
      <dgm:prSet presAssocID="{296BBF29-A5E9-1449-828D-860F185D1A1E}" presName="level3hierChild" presStyleCnt="0"/>
      <dgm:spPr/>
    </dgm:pt>
    <dgm:pt modelId="{AAFD3B8B-5120-F34E-8D4E-EBEF2C03950D}" type="pres">
      <dgm:prSet presAssocID="{552681B5-FA41-AF4E-B639-950ABD1E3C3E}" presName="conn2-1" presStyleLbl="parChTrans1D4" presStyleIdx="10" presStyleCnt="12"/>
      <dgm:spPr/>
    </dgm:pt>
    <dgm:pt modelId="{DA478C27-232E-724A-9D46-11D4B0AB8509}" type="pres">
      <dgm:prSet presAssocID="{552681B5-FA41-AF4E-B639-950ABD1E3C3E}" presName="connTx" presStyleLbl="parChTrans1D4" presStyleIdx="10" presStyleCnt="12"/>
      <dgm:spPr/>
    </dgm:pt>
    <dgm:pt modelId="{94A27513-6222-FF4F-B904-B73E3933BEC1}" type="pres">
      <dgm:prSet presAssocID="{F911514B-98A0-8143-9C2E-BE9E6707D730}" presName="root2" presStyleCnt="0"/>
      <dgm:spPr/>
    </dgm:pt>
    <dgm:pt modelId="{1BFC8A6B-1BDF-444C-839A-E5D30F4EB9BA}" type="pres">
      <dgm:prSet presAssocID="{F911514B-98A0-8143-9C2E-BE9E6707D730}" presName="LevelTwoTextNode" presStyleLbl="node4" presStyleIdx="4" presStyleCnt="6" custLinFactNeighborX="64561" custLinFactNeighborY="-167">
        <dgm:presLayoutVars>
          <dgm:chPref val="3"/>
        </dgm:presLayoutVars>
      </dgm:prSet>
      <dgm:spPr/>
    </dgm:pt>
    <dgm:pt modelId="{29B26C66-655E-EA42-9990-A726B6CB7199}" type="pres">
      <dgm:prSet presAssocID="{F911514B-98A0-8143-9C2E-BE9E6707D730}" presName="level3hierChild" presStyleCnt="0"/>
      <dgm:spPr/>
    </dgm:pt>
    <dgm:pt modelId="{A33643B7-573F-7E44-A2A2-C5D600EB621F}" type="pres">
      <dgm:prSet presAssocID="{8C9153C2-B654-414F-8F1B-565646AF0966}" presName="conn2-1" presStyleLbl="parChTrans1D4" presStyleIdx="11" presStyleCnt="12"/>
      <dgm:spPr/>
    </dgm:pt>
    <dgm:pt modelId="{1373F68F-C9A1-324C-B227-74D51F4CE8D9}" type="pres">
      <dgm:prSet presAssocID="{8C9153C2-B654-414F-8F1B-565646AF0966}" presName="connTx" presStyleLbl="parChTrans1D4" presStyleIdx="11" presStyleCnt="12"/>
      <dgm:spPr/>
    </dgm:pt>
    <dgm:pt modelId="{BC2B7935-CB01-B34E-8069-08E6B40E31B2}" type="pres">
      <dgm:prSet presAssocID="{44B4FBBC-33DD-C94B-8A09-E316F7CC1756}" presName="root2" presStyleCnt="0"/>
      <dgm:spPr/>
    </dgm:pt>
    <dgm:pt modelId="{A63AC746-3CA6-A544-8C8A-B536AD7E8A71}" type="pres">
      <dgm:prSet presAssocID="{44B4FBBC-33DD-C94B-8A09-E316F7CC1756}" presName="LevelTwoTextNode" presStyleLbl="node4" presStyleIdx="5" presStyleCnt="6" custLinFactNeighborX="64561" custLinFactNeighborY="-167">
        <dgm:presLayoutVars>
          <dgm:chPref val="3"/>
        </dgm:presLayoutVars>
      </dgm:prSet>
      <dgm:spPr/>
    </dgm:pt>
    <dgm:pt modelId="{82A61487-DE84-974B-99DD-9C562463D15F}" type="pres">
      <dgm:prSet presAssocID="{44B4FBBC-33DD-C94B-8A09-E316F7CC1756}" presName="level3hierChild" presStyleCnt="0"/>
      <dgm:spPr/>
    </dgm:pt>
    <dgm:pt modelId="{49A06816-3554-2F49-9D10-C52C6DA68B90}" type="pres">
      <dgm:prSet presAssocID="{1AC9C5DC-0A0A-8B48-A8FC-1DE84C021726}" presName="conn2-1" presStyleLbl="parChTrans1D2" presStyleIdx="3" presStyleCnt="4"/>
      <dgm:spPr/>
    </dgm:pt>
    <dgm:pt modelId="{5FC8B767-8D33-8946-8A5F-324D2238F311}" type="pres">
      <dgm:prSet presAssocID="{1AC9C5DC-0A0A-8B48-A8FC-1DE84C021726}" presName="connTx" presStyleLbl="parChTrans1D2" presStyleIdx="3" presStyleCnt="4"/>
      <dgm:spPr/>
    </dgm:pt>
    <dgm:pt modelId="{F5733516-1382-E849-A2E5-16EA33C7490E}" type="pres">
      <dgm:prSet presAssocID="{93DBBE0D-AE85-5243-B3B9-95779E340AAA}" presName="root2" presStyleCnt="0"/>
      <dgm:spPr/>
    </dgm:pt>
    <dgm:pt modelId="{633B338A-8168-9144-8817-707D73E9915F}" type="pres">
      <dgm:prSet presAssocID="{93DBBE0D-AE85-5243-B3B9-95779E340AAA}" presName="LevelTwoTextNode" presStyleLbl="node2" presStyleIdx="2" presStyleCnt="3" custLinFactNeighborX="-44454" custLinFactNeighborY="59110">
        <dgm:presLayoutVars>
          <dgm:chPref val="3"/>
        </dgm:presLayoutVars>
      </dgm:prSet>
      <dgm:spPr/>
    </dgm:pt>
    <dgm:pt modelId="{0A0E7E7B-3309-D84E-B6B6-976D90F6F7DA}" type="pres">
      <dgm:prSet presAssocID="{93DBBE0D-AE85-5243-B3B9-95779E340AAA}" presName="level3hierChild" presStyleCnt="0"/>
      <dgm:spPr/>
    </dgm:pt>
  </dgm:ptLst>
  <dgm:cxnLst>
    <dgm:cxn modelId="{6BB52B06-20CD-464E-BA23-CD02D3D9342A}" srcId="{9ACAF35F-93F2-8D4F-BF64-D0C1BC0F17CB}" destId="{434A1D36-6AD2-7D40-A3D9-FF5EBD62206B}" srcOrd="1" destOrd="0" parTransId="{30351A67-27F6-8149-A470-235BFF145768}" sibTransId="{F3EE32B3-750B-1C40-822A-5E9A1DB03851}"/>
    <dgm:cxn modelId="{24D10007-8803-494B-B4CA-51FC26D584DD}" type="presOf" srcId="{9EAC90BB-DF30-BA4B-96E6-D8C9105BAA97}" destId="{EC96D627-D47E-F742-BBE8-957AC9688C71}" srcOrd="0" destOrd="0" presId="urn:microsoft.com/office/officeart/2005/8/layout/hierarchy2"/>
    <dgm:cxn modelId="{0D6CB70B-83FD-F441-A4D0-B8AC71923E12}" type="presOf" srcId="{C746AD0C-E010-3F44-97D9-02C997BC90D7}" destId="{DCA00317-0BCC-D346-AFED-C8EC112383EB}" srcOrd="0" destOrd="0" presId="urn:microsoft.com/office/officeart/2005/8/layout/hierarchy2"/>
    <dgm:cxn modelId="{D9FDF40C-BD45-D848-A2C0-7C1D7493450A}" type="presOf" srcId="{8C9153C2-B654-414F-8F1B-565646AF0966}" destId="{1373F68F-C9A1-324C-B227-74D51F4CE8D9}" srcOrd="1" destOrd="0" presId="urn:microsoft.com/office/officeart/2005/8/layout/hierarchy2"/>
    <dgm:cxn modelId="{F96D170F-845E-DB4C-98C8-C5774AF461D1}" type="presOf" srcId="{92EF1B7B-B97C-5B4D-B37B-1B73024AA889}" destId="{8288258F-18E8-B443-9AA8-64F1D3F853A3}" srcOrd="0" destOrd="0" presId="urn:microsoft.com/office/officeart/2005/8/layout/hierarchy2"/>
    <dgm:cxn modelId="{AE405112-B498-CF44-ACE3-B4657FF6F53E}" srcId="{0F7D0476-F7B8-E043-8F1A-BE4956E9439C}" destId="{64F6B637-FA0B-3141-8163-69EA0F3FBFD8}" srcOrd="1" destOrd="0" parTransId="{7350295E-07C8-5642-A6ED-D9A44C57EAAA}" sibTransId="{E8B68650-3C39-6C42-9620-57926B52D711}"/>
    <dgm:cxn modelId="{26654718-22AF-534C-AFAC-2A41F76F7A6C}" type="presOf" srcId="{434A1D36-6AD2-7D40-A3D9-FF5EBD62206B}" destId="{9DC11BF4-DFA7-D34D-9922-60460E973BBF}" srcOrd="0" destOrd="0" presId="urn:microsoft.com/office/officeart/2005/8/layout/hierarchy2"/>
    <dgm:cxn modelId="{07A5F718-2ADB-1545-8D18-0E1B661E83E1}" type="presOf" srcId="{5C8D35C4-B84A-0346-B457-446B7DA9DC29}" destId="{0972F59B-DBFC-6D4E-8A60-D7E3799171B9}" srcOrd="1" destOrd="0" presId="urn:microsoft.com/office/officeart/2005/8/layout/hierarchy2"/>
    <dgm:cxn modelId="{BFF9291A-26A7-3D45-B42B-5F813B6608ED}" type="presOf" srcId="{9E6C6813-34CE-1546-A852-EF5399136707}" destId="{9DBB0BBA-38F0-C945-AF60-7BE5711D3B37}" srcOrd="1" destOrd="0" presId="urn:microsoft.com/office/officeart/2005/8/layout/hierarchy2"/>
    <dgm:cxn modelId="{DED6CB24-D264-574E-B5BB-C41DB341E335}" type="presOf" srcId="{4D05A949-8CF5-AE45-AC57-ED1DC5CC511E}" destId="{C5CFB1FA-B294-8B48-9CE3-E2393FF90491}" srcOrd="0" destOrd="0" presId="urn:microsoft.com/office/officeart/2005/8/layout/hierarchy2"/>
    <dgm:cxn modelId="{184A4925-88EB-D74B-BBFD-003A1E687027}" type="presOf" srcId="{8C9153C2-B654-414F-8F1B-565646AF0966}" destId="{A33643B7-573F-7E44-A2A2-C5D600EB621F}" srcOrd="0" destOrd="0" presId="urn:microsoft.com/office/officeart/2005/8/layout/hierarchy2"/>
    <dgm:cxn modelId="{2D95C225-3886-0E4C-AC22-B886A5D5E640}" srcId="{0F7D0476-F7B8-E043-8F1A-BE4956E9439C}" destId="{C746AD0C-E010-3F44-97D9-02C997BC90D7}" srcOrd="0" destOrd="0" parTransId="{5C8D35C4-B84A-0346-B457-446B7DA9DC29}" sibTransId="{FF5C7A26-6713-BD45-B150-63F4C43FDE79}"/>
    <dgm:cxn modelId="{82E3362E-A7FD-674F-BAA1-0D33056D9842}" srcId="{C746AD0C-E010-3F44-97D9-02C997BC90D7}" destId="{B4E9252C-DF3C-DF45-8B0C-FC2B69597957}" srcOrd="0" destOrd="0" parTransId="{83C59F1F-BEA2-7045-8E31-F132E9A1B844}" sibTransId="{35C5427C-0DA3-EF41-A35D-9F16DFAE1A31}"/>
    <dgm:cxn modelId="{A299F832-A9ED-1441-84FF-05DE622F58E5}" type="presOf" srcId="{44B4FBBC-33DD-C94B-8A09-E316F7CC1756}" destId="{A63AC746-3CA6-A544-8C8A-B536AD7E8A71}" srcOrd="0" destOrd="0" presId="urn:microsoft.com/office/officeart/2005/8/layout/hierarchy2"/>
    <dgm:cxn modelId="{0B695333-BEA3-9043-8129-ED8C48644FDD}" type="presOf" srcId="{3D99DA8E-1AF7-0D49-84B3-944A39AC7289}" destId="{FA094755-C97E-EA41-8489-418EF69D8C5F}" srcOrd="0" destOrd="0" presId="urn:microsoft.com/office/officeart/2005/8/layout/hierarchy2"/>
    <dgm:cxn modelId="{91655933-3DE4-CA4C-8CF5-4D8E83C1A6FC}" type="presOf" srcId="{BA066FB3-4D66-C14E-B04C-0043D3FBA0AB}" destId="{2ABB24B6-4ACE-634C-B3A8-E8616E4A7D6A}" srcOrd="1" destOrd="0" presId="urn:microsoft.com/office/officeart/2005/8/layout/hierarchy2"/>
    <dgm:cxn modelId="{2D4AA437-949E-2742-B518-1816E3FBCF0C}" type="presOf" srcId="{11293D5D-DAFB-DC41-B1C1-F3493CCDA6BC}" destId="{AE62EA6B-DA39-7D45-B7A2-DACF183C320F}" srcOrd="0" destOrd="0" presId="urn:microsoft.com/office/officeart/2005/8/layout/hierarchy2"/>
    <dgm:cxn modelId="{821DD738-8FFA-4946-820A-A16E5AB88B33}" srcId="{64F6B637-FA0B-3141-8163-69EA0F3FBFD8}" destId="{296BBF29-A5E9-1449-828D-860F185D1A1E}" srcOrd="1" destOrd="0" parTransId="{64A18C8F-49DB-0E40-9261-4F8C4DD390B2}" sibTransId="{56FC94D2-6A44-524D-9588-889CA04241CF}"/>
    <dgm:cxn modelId="{E14DD63F-363F-8E49-AD71-BFFBD86B771B}" type="presOf" srcId="{64A18C8F-49DB-0E40-9261-4F8C4DD390B2}" destId="{4F1DD744-EA55-8048-B000-B8C587FAB291}" srcOrd="0" destOrd="0" presId="urn:microsoft.com/office/officeart/2005/8/layout/hierarchy2"/>
    <dgm:cxn modelId="{8CA13545-01CB-2C4D-896A-09E918C96C0E}" type="presOf" srcId="{A1AFBFF4-7DA5-C240-BF7D-DC6625D1A415}" destId="{806A36E2-BB57-9C48-BC5F-9ACA33E1B931}" srcOrd="0" destOrd="0" presId="urn:microsoft.com/office/officeart/2005/8/layout/hierarchy2"/>
    <dgm:cxn modelId="{34E69245-795D-D64F-9B97-2DDF123476E3}" type="presOf" srcId="{1AC9C5DC-0A0A-8B48-A8FC-1DE84C021726}" destId="{49A06816-3554-2F49-9D10-C52C6DA68B90}" srcOrd="0" destOrd="0" presId="urn:microsoft.com/office/officeart/2005/8/layout/hierarchy2"/>
    <dgm:cxn modelId="{EBFC4D4C-5ACB-A343-B736-B08E4096320D}" type="presOf" srcId="{30351A67-27F6-8149-A470-235BFF145768}" destId="{7A385FF1-1EEB-C94A-98CF-1DA6A140AD5F}" srcOrd="0" destOrd="0" presId="urn:microsoft.com/office/officeart/2005/8/layout/hierarchy2"/>
    <dgm:cxn modelId="{3454EB4D-298E-3F42-B8F5-5BC89D7BD958}" type="presOf" srcId="{30F6F2FD-8BD9-C245-9B5A-10B14576D9E3}" destId="{88429FD9-1633-B147-8D0D-36E5C12B1FAE}" srcOrd="1" destOrd="0" presId="urn:microsoft.com/office/officeart/2005/8/layout/hierarchy2"/>
    <dgm:cxn modelId="{C0E9F94E-0F93-6B43-8C42-D5C6A77A2C12}" type="presOf" srcId="{FB81FBFF-8F28-6049-ABC0-B90529D8A531}" destId="{17E7A137-5B16-254F-911E-E0AB63028451}" srcOrd="1" destOrd="0" presId="urn:microsoft.com/office/officeart/2005/8/layout/hierarchy2"/>
    <dgm:cxn modelId="{5A534352-C3AD-DB4A-A1A2-1082BE4EE4C4}" type="presOf" srcId="{9E6C6813-34CE-1546-A852-EF5399136707}" destId="{F43E0DE1-1D51-C34C-A48A-A5043C08BF68}" srcOrd="0" destOrd="0" presId="urn:microsoft.com/office/officeart/2005/8/layout/hierarchy2"/>
    <dgm:cxn modelId="{FD1F4E52-B852-394F-85CB-43E0ECDF66CB}" type="presOf" srcId="{E7CD54D1-48F9-2842-A99B-80B0054843D5}" destId="{D7D46009-7DB0-3E4A-834C-62B1740CAF05}" srcOrd="0" destOrd="0" presId="urn:microsoft.com/office/officeart/2005/8/layout/hierarchy2"/>
    <dgm:cxn modelId="{954E3453-1258-AF46-B8C7-EEE60D0CB881}" srcId="{E123BFD8-C82B-6E48-9279-78984B953AE1}" destId="{1EB42666-7243-7248-BCEF-4E1799628BD3}" srcOrd="1" destOrd="0" parTransId="{11293D5D-DAFB-DC41-B1C1-F3493CCDA6BC}" sibTransId="{C51D3218-48CA-D342-B284-716FBA8D059D}"/>
    <dgm:cxn modelId="{237D8D55-7B58-B040-BCCB-F22B6E414D78}" srcId="{EDDB04CB-710B-7E46-ABD5-A4793BE9B39A}" destId="{0F7D0476-F7B8-E043-8F1A-BE4956E9439C}" srcOrd="2" destOrd="0" parTransId="{9E6C6813-34CE-1546-A852-EF5399136707}" sibTransId="{EB314C63-E66B-374E-A944-C6A0FF4E49DD}"/>
    <dgm:cxn modelId="{2584F956-4AA9-0A4F-80AB-3F83FCA947E1}" type="presOf" srcId="{92EF1B7B-B97C-5B4D-B37B-1B73024AA889}" destId="{9BD9C8DA-F1B6-D248-BEFB-A6AB839AA953}" srcOrd="1" destOrd="0" presId="urn:microsoft.com/office/officeart/2005/8/layout/hierarchy2"/>
    <dgm:cxn modelId="{CAF59D57-E9BF-FB42-B50F-821B50909775}" type="presOf" srcId="{E123BFD8-C82B-6E48-9279-78984B953AE1}" destId="{AAFF53A3-E5CA-9545-9C88-C70E7D1FDF35}" srcOrd="0" destOrd="0" presId="urn:microsoft.com/office/officeart/2005/8/layout/hierarchy2"/>
    <dgm:cxn modelId="{021E435C-66A2-FD4D-9D43-37B3A7E8D278}" type="presOf" srcId="{69B6F0CD-6F66-5F4E-A46E-8BC6730F9234}" destId="{0A5026A0-8E56-A647-A8C3-15986D1C7EBC}" srcOrd="0" destOrd="0" presId="urn:microsoft.com/office/officeart/2005/8/layout/hierarchy2"/>
    <dgm:cxn modelId="{A3D2B85E-B2D9-5A4A-AFAC-FA8E51A7F072}" srcId="{EDDB04CB-710B-7E46-ABD5-A4793BE9B39A}" destId="{E123BFD8-C82B-6E48-9279-78984B953AE1}" srcOrd="0" destOrd="0" parTransId="{BA066FB3-4D66-C14E-B04C-0043D3FBA0AB}" sibTransId="{9DE3473E-B6FB-0F4D-830C-4B30BE16653D}"/>
    <dgm:cxn modelId="{351BDD60-D04E-3048-9B72-2D8940746882}" type="presOf" srcId="{F440724A-895E-4046-863C-CBEC4BBAEF97}" destId="{83C4403D-3E5F-854F-B4DE-0F5EAD1E78E8}" srcOrd="0" destOrd="0" presId="urn:microsoft.com/office/officeart/2005/8/layout/hierarchy2"/>
    <dgm:cxn modelId="{32EB2C61-3388-BF4B-A332-A6D834697473}" type="presOf" srcId="{FB81FBFF-8F28-6049-ABC0-B90529D8A531}" destId="{A91AF5BA-2C75-F34F-9B00-D5BD26380041}" srcOrd="0" destOrd="0" presId="urn:microsoft.com/office/officeart/2005/8/layout/hierarchy2"/>
    <dgm:cxn modelId="{B9127061-8354-F24C-8932-68988F05D049}" srcId="{9ACAF35F-93F2-8D4F-BF64-D0C1BC0F17CB}" destId="{9EAC90BB-DF30-BA4B-96E6-D8C9105BAA97}" srcOrd="2" destOrd="0" parTransId="{3D99DA8E-1AF7-0D49-84B3-944A39AC7289}" sibTransId="{E0D33A07-4551-2C41-A77E-816BA4E85E57}"/>
    <dgm:cxn modelId="{D2B8FC6A-9D0A-2A42-ABC5-EFDCE2C0A489}" type="presOf" srcId="{296BBF29-A5E9-1449-828D-860F185D1A1E}" destId="{B535F848-288F-9340-BD31-E706D166D8ED}" srcOrd="0" destOrd="0" presId="urn:microsoft.com/office/officeart/2005/8/layout/hierarchy2"/>
    <dgm:cxn modelId="{5459D06D-9F5B-994E-B1D5-D01329147A75}" type="presOf" srcId="{82E7C191-58AA-AD4C-8193-C816277482E7}" destId="{59854AA6-7F6C-0342-9774-65150C5AEC34}" srcOrd="0" destOrd="0" presId="urn:microsoft.com/office/officeart/2005/8/layout/hierarchy2"/>
    <dgm:cxn modelId="{EC50B271-F561-4942-962A-C7C72205BF11}" type="presOf" srcId="{30F6F2FD-8BD9-C245-9B5A-10B14576D9E3}" destId="{C22F0B16-DC50-DE49-A7B3-546CB5F1AFCF}" srcOrd="0" destOrd="0" presId="urn:microsoft.com/office/officeart/2005/8/layout/hierarchy2"/>
    <dgm:cxn modelId="{CD4C5E74-0A12-EF45-B58F-2EE4AF05CEAC}" type="presOf" srcId="{64A18C8F-49DB-0E40-9261-4F8C4DD390B2}" destId="{62617335-E61D-8044-B4F0-F250BA240580}" srcOrd="1" destOrd="0" presId="urn:microsoft.com/office/officeart/2005/8/layout/hierarchy2"/>
    <dgm:cxn modelId="{16F42375-58ED-564B-8B90-6A4C2EA6C1A0}" type="presOf" srcId="{99572264-C86E-8A42-8D9C-3A65A20A2E3F}" destId="{114F8689-8DD4-464E-A4B8-2EEAEAC69229}" srcOrd="0" destOrd="0" presId="urn:microsoft.com/office/officeart/2005/8/layout/hierarchy2"/>
    <dgm:cxn modelId="{CB856C75-C33F-E841-98CA-56BF7823DF22}" type="presOf" srcId="{11293D5D-DAFB-DC41-B1C1-F3493CCDA6BC}" destId="{FE8C5A84-B9B3-6A4A-A34E-AC40FDDF7666}" srcOrd="1" destOrd="0" presId="urn:microsoft.com/office/officeart/2005/8/layout/hierarchy2"/>
    <dgm:cxn modelId="{B4ACC276-3679-8F46-B2A9-0D261A2BB82A}" type="presOf" srcId="{5C8D35C4-B84A-0346-B457-446B7DA9DC29}" destId="{5B934FD6-5DA9-8D48-82F2-1DA6883FDCB3}" srcOrd="0" destOrd="0" presId="urn:microsoft.com/office/officeart/2005/8/layout/hierarchy2"/>
    <dgm:cxn modelId="{F0AA3478-454D-6D46-9CF9-C85A0A363BFA}" type="presOf" srcId="{3D99DA8E-1AF7-0D49-84B3-944A39AC7289}" destId="{B5CE9587-BD98-2543-B3CB-F79D79912902}" srcOrd="1" destOrd="0" presId="urn:microsoft.com/office/officeart/2005/8/layout/hierarchy2"/>
    <dgm:cxn modelId="{7E75957A-45A6-574B-9B0A-62E64997C273}" type="presOf" srcId="{35D8F08D-2202-6A46-94E9-1362AA17605B}" destId="{93BC982A-6F35-754E-9FF5-F802C998237A}" srcOrd="1" destOrd="0" presId="urn:microsoft.com/office/officeart/2005/8/layout/hierarchy2"/>
    <dgm:cxn modelId="{212AF17D-5C50-1A4F-9017-9DE2D6BE4C99}" type="presOf" srcId="{776FC38A-F125-6849-84C7-635A716535C7}" destId="{F4A9D1CF-C403-C543-9BC8-78437B763C87}" srcOrd="0" destOrd="0" presId="urn:microsoft.com/office/officeart/2005/8/layout/hierarchy2"/>
    <dgm:cxn modelId="{8219D987-A8DE-7A45-A3C7-95DED7A40CB4}" type="presOf" srcId="{1EB42666-7243-7248-BCEF-4E1799628BD3}" destId="{033D980A-9C79-824D-88FB-1BCEE228D888}" srcOrd="0" destOrd="0" presId="urn:microsoft.com/office/officeart/2005/8/layout/hierarchy2"/>
    <dgm:cxn modelId="{ED051188-A8F0-1240-AD7B-DDBE144CC4BE}" type="presOf" srcId="{BE12F2BC-7FE8-4443-90DA-D47A0C5C101E}" destId="{D8952589-C9B8-EB4D-9368-DBCB7EAC470C}" srcOrd="1" destOrd="0" presId="urn:microsoft.com/office/officeart/2005/8/layout/hierarchy2"/>
    <dgm:cxn modelId="{E9E7438A-DA2E-BA47-924F-C4FEB58C70F7}" type="presOf" srcId="{30351A67-27F6-8149-A470-235BFF145768}" destId="{02DE2B08-73B2-5B45-B95B-97530EA2B190}" srcOrd="1" destOrd="0" presId="urn:microsoft.com/office/officeart/2005/8/layout/hierarchy2"/>
    <dgm:cxn modelId="{7844D58A-B427-104E-B309-2E4644706237}" type="presOf" srcId="{EE272B28-2167-2042-B260-FCCD11CEC785}" destId="{77237B70-D24B-E04A-8453-C55E1384D2F6}" srcOrd="0" destOrd="0" presId="urn:microsoft.com/office/officeart/2005/8/layout/hierarchy2"/>
    <dgm:cxn modelId="{CC55F48E-CA33-6548-91AF-A08C1707B1CA}" srcId="{64F6B637-FA0B-3141-8163-69EA0F3FBFD8}" destId="{F911514B-98A0-8143-9C2E-BE9E6707D730}" srcOrd="2" destOrd="0" parTransId="{552681B5-FA41-AF4E-B639-950ABD1E3C3E}" sibTransId="{AEF79FA1-D6F2-B44E-8CAA-FEDC3B4C385A}"/>
    <dgm:cxn modelId="{6A51ED98-227E-0A43-B297-6ED69D225939}" type="presOf" srcId="{B4E9252C-DF3C-DF45-8B0C-FC2B69597957}" destId="{C3F4979E-E271-BE4C-AF2B-41E8089D0436}" srcOrd="0" destOrd="0" presId="urn:microsoft.com/office/officeart/2005/8/layout/hierarchy2"/>
    <dgm:cxn modelId="{D6792F99-83EC-1F4A-BB9D-8B3EB4D21FBD}" srcId="{64F6B637-FA0B-3141-8163-69EA0F3FBFD8}" destId="{44B4FBBC-33DD-C94B-8A09-E316F7CC1756}" srcOrd="3" destOrd="0" parTransId="{8C9153C2-B654-414F-8F1B-565646AF0966}" sibTransId="{D4700B7A-F19A-1140-AEB6-F57A5F3C7142}"/>
    <dgm:cxn modelId="{8FB74B99-025C-6341-89EA-2FDD3FAD7D00}" type="presOf" srcId="{BA066FB3-4D66-C14E-B04C-0043D3FBA0AB}" destId="{1949B696-6309-254B-8B21-8C5C1F96B0AA}" srcOrd="0" destOrd="0" presId="urn:microsoft.com/office/officeart/2005/8/layout/hierarchy2"/>
    <dgm:cxn modelId="{60FEBDA1-AF21-AA47-BF27-55F42DFE7AA0}" srcId="{1EB42666-7243-7248-BCEF-4E1799628BD3}" destId="{E7CD54D1-48F9-2842-A99B-80B0054843D5}" srcOrd="0" destOrd="0" parTransId="{8CE0E17C-4773-C740-BCEC-85806D4AC7A8}" sibTransId="{8168C9EA-B323-A04E-8F46-4E6832FF2EAE}"/>
    <dgm:cxn modelId="{9A1CEDA1-3CA4-BB45-AF74-EFCAB0EB0368}" srcId="{64F6B637-FA0B-3141-8163-69EA0F3FBFD8}" destId="{B7EBCAAA-4198-5947-A6D1-E25E02A4F593}" srcOrd="0" destOrd="0" parTransId="{99572264-C86E-8A42-8D9C-3A65A20A2E3F}" sibTransId="{E95EDB19-35D0-944D-8C63-9517469BA21F}"/>
    <dgm:cxn modelId="{E24E0DA3-6C4D-D347-9CD6-65BFE653A5D5}" srcId="{E123BFD8-C82B-6E48-9279-78984B953AE1}" destId="{9ACAF35F-93F2-8D4F-BF64-D0C1BC0F17CB}" srcOrd="0" destOrd="0" parTransId="{30F6F2FD-8BD9-C245-9B5A-10B14576D9E3}" sibTransId="{1EFA47B6-6557-EF4F-A24F-A206426069C7}"/>
    <dgm:cxn modelId="{D45B10A8-BCE4-B74E-95D7-B34DAB3666A0}" type="presOf" srcId="{7350295E-07C8-5642-A6ED-D9A44C57EAAA}" destId="{6369F94E-DB5D-264D-89F6-1F2BF16A6835}" srcOrd="1" destOrd="0" presId="urn:microsoft.com/office/officeart/2005/8/layout/hierarchy2"/>
    <dgm:cxn modelId="{D18651AC-8531-D642-9436-159CDCCF2C2C}" type="presOf" srcId="{1AC9C5DC-0A0A-8B48-A8FC-1DE84C021726}" destId="{5FC8B767-8D33-8946-8A5F-324D2238F311}" srcOrd="1" destOrd="0" presId="urn:microsoft.com/office/officeart/2005/8/layout/hierarchy2"/>
    <dgm:cxn modelId="{1BFD10AD-03E6-D042-8E34-AC81FFD6853B}" srcId="{C746AD0C-E010-3F44-97D9-02C997BC90D7}" destId="{A1AFBFF4-7DA5-C240-BF7D-DC6625D1A415}" srcOrd="1" destOrd="0" parTransId="{35D8F08D-2202-6A46-94E9-1362AA17605B}" sibTransId="{50EF97F3-D63D-0C46-8868-2B58D6303D29}"/>
    <dgm:cxn modelId="{6B55FDB7-E647-C94F-AC2C-A300A4B1D3EF}" type="presOf" srcId="{BE12F2BC-7FE8-4443-90DA-D47A0C5C101E}" destId="{270EED86-C005-C942-A4E3-69F045B4F308}" srcOrd="0" destOrd="0" presId="urn:microsoft.com/office/officeart/2005/8/layout/hierarchy2"/>
    <dgm:cxn modelId="{40249DB8-5890-3548-A8BC-97B6C3EA9F9C}" type="presOf" srcId="{35D8F08D-2202-6A46-94E9-1362AA17605B}" destId="{0ED8A481-612E-8A47-A481-A9286539C4A5}" srcOrd="0" destOrd="0" presId="urn:microsoft.com/office/officeart/2005/8/layout/hierarchy2"/>
    <dgm:cxn modelId="{2330B7BB-B5C2-4748-9C96-C978F22F6D92}" type="presOf" srcId="{0F7D0476-F7B8-E043-8F1A-BE4956E9439C}" destId="{3285F61B-7363-E343-977E-A54DA907C2BE}" srcOrd="0" destOrd="0" presId="urn:microsoft.com/office/officeart/2005/8/layout/hierarchy2"/>
    <dgm:cxn modelId="{DDEC9CBC-6670-4248-B943-9815745FDD12}" srcId="{EDDB04CB-710B-7E46-ABD5-A4793BE9B39A}" destId="{69B6F0CD-6F66-5F4E-A46E-8BC6730F9234}" srcOrd="1" destOrd="0" parTransId="{92EF1B7B-B97C-5B4D-B37B-1B73024AA889}" sibTransId="{D241B502-ACCB-3E45-A599-9309FC1FC15F}"/>
    <dgm:cxn modelId="{A91C4FC2-720E-E74F-8E83-CB4DC1621522}" srcId="{1EB42666-7243-7248-BCEF-4E1799628BD3}" destId="{776FC38A-F125-6849-84C7-635A716535C7}" srcOrd="1" destOrd="0" parTransId="{FB81FBFF-8F28-6049-ABC0-B90529D8A531}" sibTransId="{10DA7F86-5123-7B4C-B723-D39ABF38F1B1}"/>
    <dgm:cxn modelId="{78F16EC3-7251-2143-8AD4-0334233CA011}" type="presOf" srcId="{EDDB04CB-710B-7E46-ABD5-A4793BE9B39A}" destId="{6B133CC1-CFEE-1E42-95A7-0C8FE7A530A0}" srcOrd="0" destOrd="0" presId="urn:microsoft.com/office/officeart/2005/8/layout/hierarchy2"/>
    <dgm:cxn modelId="{54703DC4-5EE8-FA4F-8006-B2D4D41A882E}" type="presOf" srcId="{83C59F1F-BEA2-7045-8E31-F132E9A1B844}" destId="{CBEABE6D-699A-2245-AC43-AEC131794FFC}" srcOrd="1" destOrd="0" presId="urn:microsoft.com/office/officeart/2005/8/layout/hierarchy2"/>
    <dgm:cxn modelId="{44E27FC4-7867-304E-A801-59DA20EC6531}" type="presOf" srcId="{82E7C191-58AA-AD4C-8193-C816277482E7}" destId="{6AC51277-B0DA-C644-8088-8425AF9CE090}" srcOrd="1" destOrd="0" presId="urn:microsoft.com/office/officeart/2005/8/layout/hierarchy2"/>
    <dgm:cxn modelId="{F5DF19C7-2C8A-8A47-8C2A-DD71C6053CC3}" srcId="{EDDB04CB-710B-7E46-ABD5-A4793BE9B39A}" destId="{93DBBE0D-AE85-5243-B3B9-95779E340AAA}" srcOrd="3" destOrd="0" parTransId="{1AC9C5DC-0A0A-8B48-A8FC-1DE84C021726}" sibTransId="{5BDE7DD1-BC90-894C-B28A-A59B3C87264B}"/>
    <dgm:cxn modelId="{C2A6E2C9-2230-B546-A4DA-BF5F34BA5A49}" type="presOf" srcId="{64F6B637-FA0B-3141-8163-69EA0F3FBFD8}" destId="{659A29EA-DA69-0B48-AC90-2BC5DC06E162}" srcOrd="0" destOrd="0" presId="urn:microsoft.com/office/officeart/2005/8/layout/hierarchy2"/>
    <dgm:cxn modelId="{B46953CA-7354-DE40-BDF9-1E03339506DB}" type="presOf" srcId="{83C59F1F-BEA2-7045-8E31-F132E9A1B844}" destId="{9A60D193-9E5C-C84B-8E98-03EA406F1980}" srcOrd="0" destOrd="0" presId="urn:microsoft.com/office/officeart/2005/8/layout/hierarchy2"/>
    <dgm:cxn modelId="{15E2F9CD-2F28-A24F-BC12-73B80B961668}" type="presOf" srcId="{8CE0E17C-4773-C740-BCEC-85806D4AC7A8}" destId="{E9104157-5551-304E-94F3-9419FA4E3879}" srcOrd="1" destOrd="0" presId="urn:microsoft.com/office/officeart/2005/8/layout/hierarchy2"/>
    <dgm:cxn modelId="{F305ACD2-3C49-0E44-9762-7CDDEE865390}" type="presOf" srcId="{99572264-C86E-8A42-8D9C-3A65A20A2E3F}" destId="{B79DFBBA-B78B-B645-87FD-2321D061E846}" srcOrd="1" destOrd="0" presId="urn:microsoft.com/office/officeart/2005/8/layout/hierarchy2"/>
    <dgm:cxn modelId="{02D9D5D8-A472-3140-878A-2093AE4F0336}" type="presOf" srcId="{F911514B-98A0-8143-9C2E-BE9E6707D730}" destId="{1BFC8A6B-1BDF-444C-839A-E5D30F4EB9BA}" srcOrd="0" destOrd="0" presId="urn:microsoft.com/office/officeart/2005/8/layout/hierarchy2"/>
    <dgm:cxn modelId="{6E7D13E3-834A-A240-8D18-B127671C75DB}" type="presOf" srcId="{552681B5-FA41-AF4E-B639-950ABD1E3C3E}" destId="{DA478C27-232E-724A-9D46-11D4B0AB8509}" srcOrd="1" destOrd="0" presId="urn:microsoft.com/office/officeart/2005/8/layout/hierarchy2"/>
    <dgm:cxn modelId="{9900E9E6-3806-1844-812C-27B763EF16B3}" srcId="{1EB42666-7243-7248-BCEF-4E1799628BD3}" destId="{F440724A-895E-4046-863C-CBEC4BBAEF97}" srcOrd="2" destOrd="0" parTransId="{82E7C191-58AA-AD4C-8193-C816277482E7}" sibTransId="{0B53EBED-DC4E-C14E-8F4F-1281C5FCF6C0}"/>
    <dgm:cxn modelId="{3CE097E7-294E-574E-BE6D-6A542C72AD7E}" type="presOf" srcId="{B7EBCAAA-4198-5947-A6D1-E25E02A4F593}" destId="{939AF6B4-3819-0140-A122-BCED377C3051}" srcOrd="0" destOrd="0" presId="urn:microsoft.com/office/officeart/2005/8/layout/hierarchy2"/>
    <dgm:cxn modelId="{DED1E7E7-1400-4A43-9FF3-C5239BEE5410}" srcId="{EE272B28-2167-2042-B260-FCCD11CEC785}" destId="{EDDB04CB-710B-7E46-ABD5-A4793BE9B39A}" srcOrd="0" destOrd="0" parTransId="{1BDD6E46-6A34-A443-8111-D18D7981A72F}" sibTransId="{AA9D8DF2-2F62-5241-B65A-3721304B36CF}"/>
    <dgm:cxn modelId="{0E0D31E8-A9AB-0646-9D69-FC327F066124}" type="presOf" srcId="{8CE0E17C-4773-C740-BCEC-85806D4AC7A8}" destId="{08D77D6F-4E1D-AC4D-889E-A5BC98F32ACB}" srcOrd="0" destOrd="0" presId="urn:microsoft.com/office/officeart/2005/8/layout/hierarchy2"/>
    <dgm:cxn modelId="{35E274E9-E40E-6344-B8BD-CB7B221DFD05}" type="presOf" srcId="{93DBBE0D-AE85-5243-B3B9-95779E340AAA}" destId="{633B338A-8168-9144-8817-707D73E9915F}" srcOrd="0" destOrd="0" presId="urn:microsoft.com/office/officeart/2005/8/layout/hierarchy2"/>
    <dgm:cxn modelId="{6FA5D6F5-0814-9D44-B678-5A8595E9D54D}" type="presOf" srcId="{552681B5-FA41-AF4E-B639-950ABD1E3C3E}" destId="{AAFD3B8B-5120-F34E-8D4E-EBEF2C03950D}" srcOrd="0" destOrd="0" presId="urn:microsoft.com/office/officeart/2005/8/layout/hierarchy2"/>
    <dgm:cxn modelId="{B95DC2FB-9719-1743-AA83-8A9EA75EEE21}" type="presOf" srcId="{7350295E-07C8-5642-A6ED-D9A44C57EAAA}" destId="{2080397C-60A9-D94E-8199-7CF997F6C40E}" srcOrd="0" destOrd="0" presId="urn:microsoft.com/office/officeart/2005/8/layout/hierarchy2"/>
    <dgm:cxn modelId="{7722EFFD-CC4A-0D4D-8E86-808EE76CC420}" type="presOf" srcId="{9ACAF35F-93F2-8D4F-BF64-D0C1BC0F17CB}" destId="{7D4575F6-4CC4-AF43-B237-7323ED4F22DA}" srcOrd="0" destOrd="0" presId="urn:microsoft.com/office/officeart/2005/8/layout/hierarchy2"/>
    <dgm:cxn modelId="{0F0038FF-9CC3-FF4D-958D-E3233B5E6677}" srcId="{9ACAF35F-93F2-8D4F-BF64-D0C1BC0F17CB}" destId="{4D05A949-8CF5-AE45-AC57-ED1DC5CC511E}" srcOrd="0" destOrd="0" parTransId="{BE12F2BC-7FE8-4443-90DA-D47A0C5C101E}" sibTransId="{32E35D90-A061-FA40-9599-16B3BA673BA6}"/>
    <dgm:cxn modelId="{E0A7000E-203A-1245-9545-85CCBA416E34}" type="presParOf" srcId="{77237B70-D24B-E04A-8453-C55E1384D2F6}" destId="{803CE7D7-E618-1840-BCBD-01EBE2A19C55}" srcOrd="0" destOrd="0" presId="urn:microsoft.com/office/officeart/2005/8/layout/hierarchy2"/>
    <dgm:cxn modelId="{E9D871B6-6931-7F44-BBC2-5B04676A0AD9}" type="presParOf" srcId="{803CE7D7-E618-1840-BCBD-01EBE2A19C55}" destId="{6B133CC1-CFEE-1E42-95A7-0C8FE7A530A0}" srcOrd="0" destOrd="0" presId="urn:microsoft.com/office/officeart/2005/8/layout/hierarchy2"/>
    <dgm:cxn modelId="{A0633C16-C020-6D45-8F9D-47320E38EBE8}" type="presParOf" srcId="{803CE7D7-E618-1840-BCBD-01EBE2A19C55}" destId="{12E7A0AF-8EAD-8041-AEA1-A55210714987}" srcOrd="1" destOrd="0" presId="urn:microsoft.com/office/officeart/2005/8/layout/hierarchy2"/>
    <dgm:cxn modelId="{45600070-9434-7A4F-9291-2C35AC1FE084}" type="presParOf" srcId="{12E7A0AF-8EAD-8041-AEA1-A55210714987}" destId="{1949B696-6309-254B-8B21-8C5C1F96B0AA}" srcOrd="0" destOrd="0" presId="urn:microsoft.com/office/officeart/2005/8/layout/hierarchy2"/>
    <dgm:cxn modelId="{DE349287-EF2F-484E-9DD1-F3103276D8D9}" type="presParOf" srcId="{1949B696-6309-254B-8B21-8C5C1F96B0AA}" destId="{2ABB24B6-4ACE-634C-B3A8-E8616E4A7D6A}" srcOrd="0" destOrd="0" presId="urn:microsoft.com/office/officeart/2005/8/layout/hierarchy2"/>
    <dgm:cxn modelId="{A74FF0C4-5412-D249-9D75-090F9A91E8D1}" type="presParOf" srcId="{12E7A0AF-8EAD-8041-AEA1-A55210714987}" destId="{DD4555B0-321E-5441-9009-535C4B0A8894}" srcOrd="1" destOrd="0" presId="urn:microsoft.com/office/officeart/2005/8/layout/hierarchy2"/>
    <dgm:cxn modelId="{9E6E2190-FF2C-4E43-81C6-DFE46750DE50}" type="presParOf" srcId="{DD4555B0-321E-5441-9009-535C4B0A8894}" destId="{AAFF53A3-E5CA-9545-9C88-C70E7D1FDF35}" srcOrd="0" destOrd="0" presId="urn:microsoft.com/office/officeart/2005/8/layout/hierarchy2"/>
    <dgm:cxn modelId="{042CD361-86D6-F041-AE3C-EBB4A4570524}" type="presParOf" srcId="{DD4555B0-321E-5441-9009-535C4B0A8894}" destId="{38DFBB60-8C29-CC44-9737-C1A28CC7759D}" srcOrd="1" destOrd="0" presId="urn:microsoft.com/office/officeart/2005/8/layout/hierarchy2"/>
    <dgm:cxn modelId="{AB09E556-C701-8A48-9FC2-5E6B5FE03BF8}" type="presParOf" srcId="{38DFBB60-8C29-CC44-9737-C1A28CC7759D}" destId="{C22F0B16-DC50-DE49-A7B3-546CB5F1AFCF}" srcOrd="0" destOrd="0" presId="urn:microsoft.com/office/officeart/2005/8/layout/hierarchy2"/>
    <dgm:cxn modelId="{0C583C9F-375D-AC47-99BE-ABADB5D714F9}" type="presParOf" srcId="{C22F0B16-DC50-DE49-A7B3-546CB5F1AFCF}" destId="{88429FD9-1633-B147-8D0D-36E5C12B1FAE}" srcOrd="0" destOrd="0" presId="urn:microsoft.com/office/officeart/2005/8/layout/hierarchy2"/>
    <dgm:cxn modelId="{B8AF9B6C-B37D-2D45-8007-0FE63EF5B76A}" type="presParOf" srcId="{38DFBB60-8C29-CC44-9737-C1A28CC7759D}" destId="{85153E93-4850-B348-A131-A74FF0A60094}" srcOrd="1" destOrd="0" presId="urn:microsoft.com/office/officeart/2005/8/layout/hierarchy2"/>
    <dgm:cxn modelId="{51C50CB3-522F-1A4E-B7D7-19F49E83742F}" type="presParOf" srcId="{85153E93-4850-B348-A131-A74FF0A60094}" destId="{7D4575F6-4CC4-AF43-B237-7323ED4F22DA}" srcOrd="0" destOrd="0" presId="urn:microsoft.com/office/officeart/2005/8/layout/hierarchy2"/>
    <dgm:cxn modelId="{3D3B6782-71FD-1B41-ACF4-D28487A78B39}" type="presParOf" srcId="{85153E93-4850-B348-A131-A74FF0A60094}" destId="{AF390E16-0164-EF43-A35D-A4CCBCDB6C2E}" srcOrd="1" destOrd="0" presId="urn:microsoft.com/office/officeart/2005/8/layout/hierarchy2"/>
    <dgm:cxn modelId="{AC289D7C-8BDC-4841-952F-AB697E037A8F}" type="presParOf" srcId="{AF390E16-0164-EF43-A35D-A4CCBCDB6C2E}" destId="{270EED86-C005-C942-A4E3-69F045B4F308}" srcOrd="0" destOrd="0" presId="urn:microsoft.com/office/officeart/2005/8/layout/hierarchy2"/>
    <dgm:cxn modelId="{59F540F6-D51B-D44E-8BE5-6924B29568BF}" type="presParOf" srcId="{270EED86-C005-C942-A4E3-69F045B4F308}" destId="{D8952589-C9B8-EB4D-9368-DBCB7EAC470C}" srcOrd="0" destOrd="0" presId="urn:microsoft.com/office/officeart/2005/8/layout/hierarchy2"/>
    <dgm:cxn modelId="{2DD1C496-1532-4F48-950B-D03D8696F5AB}" type="presParOf" srcId="{AF390E16-0164-EF43-A35D-A4CCBCDB6C2E}" destId="{103D9719-1039-2547-8991-7F4EC68BF267}" srcOrd="1" destOrd="0" presId="urn:microsoft.com/office/officeart/2005/8/layout/hierarchy2"/>
    <dgm:cxn modelId="{28BE030D-A116-FC40-90D9-9B269BA5E746}" type="presParOf" srcId="{103D9719-1039-2547-8991-7F4EC68BF267}" destId="{C5CFB1FA-B294-8B48-9CE3-E2393FF90491}" srcOrd="0" destOrd="0" presId="urn:microsoft.com/office/officeart/2005/8/layout/hierarchy2"/>
    <dgm:cxn modelId="{39F5F14E-3D4C-BA4B-BD07-006C9F00765B}" type="presParOf" srcId="{103D9719-1039-2547-8991-7F4EC68BF267}" destId="{F0F97763-CD22-814D-9AAB-0177729E31A6}" srcOrd="1" destOrd="0" presId="urn:microsoft.com/office/officeart/2005/8/layout/hierarchy2"/>
    <dgm:cxn modelId="{DAB76CC9-68D4-2E4A-9B11-5A26B149D0BB}" type="presParOf" srcId="{AF390E16-0164-EF43-A35D-A4CCBCDB6C2E}" destId="{7A385FF1-1EEB-C94A-98CF-1DA6A140AD5F}" srcOrd="2" destOrd="0" presId="urn:microsoft.com/office/officeart/2005/8/layout/hierarchy2"/>
    <dgm:cxn modelId="{0AD23E6E-A728-B144-AA54-46944A54E53A}" type="presParOf" srcId="{7A385FF1-1EEB-C94A-98CF-1DA6A140AD5F}" destId="{02DE2B08-73B2-5B45-B95B-97530EA2B190}" srcOrd="0" destOrd="0" presId="urn:microsoft.com/office/officeart/2005/8/layout/hierarchy2"/>
    <dgm:cxn modelId="{C6551E57-034A-2643-B4E0-EA16C377A5B3}" type="presParOf" srcId="{AF390E16-0164-EF43-A35D-A4CCBCDB6C2E}" destId="{146077A4-E423-FD46-B105-64A99BEA1949}" srcOrd="3" destOrd="0" presId="urn:microsoft.com/office/officeart/2005/8/layout/hierarchy2"/>
    <dgm:cxn modelId="{370762C2-2B3F-AA43-AF41-1AE925EE4C3B}" type="presParOf" srcId="{146077A4-E423-FD46-B105-64A99BEA1949}" destId="{9DC11BF4-DFA7-D34D-9922-60460E973BBF}" srcOrd="0" destOrd="0" presId="urn:microsoft.com/office/officeart/2005/8/layout/hierarchy2"/>
    <dgm:cxn modelId="{60A88657-77FC-B641-8072-0904AF8029EB}" type="presParOf" srcId="{146077A4-E423-FD46-B105-64A99BEA1949}" destId="{577D2983-FE73-B94B-A91E-95F0940150D0}" srcOrd="1" destOrd="0" presId="urn:microsoft.com/office/officeart/2005/8/layout/hierarchy2"/>
    <dgm:cxn modelId="{993F8478-F351-7D4E-ABCB-F13EE9B5E9E2}" type="presParOf" srcId="{AF390E16-0164-EF43-A35D-A4CCBCDB6C2E}" destId="{FA094755-C97E-EA41-8489-418EF69D8C5F}" srcOrd="4" destOrd="0" presId="urn:microsoft.com/office/officeart/2005/8/layout/hierarchy2"/>
    <dgm:cxn modelId="{477D2BBC-E8E1-104A-8B0D-0706CF50A66B}" type="presParOf" srcId="{FA094755-C97E-EA41-8489-418EF69D8C5F}" destId="{B5CE9587-BD98-2543-B3CB-F79D79912902}" srcOrd="0" destOrd="0" presId="urn:microsoft.com/office/officeart/2005/8/layout/hierarchy2"/>
    <dgm:cxn modelId="{50ED4BBB-DC27-5E46-B6AB-8E855188F66D}" type="presParOf" srcId="{AF390E16-0164-EF43-A35D-A4CCBCDB6C2E}" destId="{0C317F45-7908-724C-9F73-2B190D83BCA0}" srcOrd="5" destOrd="0" presId="urn:microsoft.com/office/officeart/2005/8/layout/hierarchy2"/>
    <dgm:cxn modelId="{36A1AED9-2505-584F-B89C-4DD4BC1BC0B7}" type="presParOf" srcId="{0C317F45-7908-724C-9F73-2B190D83BCA0}" destId="{EC96D627-D47E-F742-BBE8-957AC9688C71}" srcOrd="0" destOrd="0" presId="urn:microsoft.com/office/officeart/2005/8/layout/hierarchy2"/>
    <dgm:cxn modelId="{6F6FFF9B-4A12-1847-870C-01FBA044321F}" type="presParOf" srcId="{0C317F45-7908-724C-9F73-2B190D83BCA0}" destId="{4229D05A-C9D1-3B42-859E-9178F52663AA}" srcOrd="1" destOrd="0" presId="urn:microsoft.com/office/officeart/2005/8/layout/hierarchy2"/>
    <dgm:cxn modelId="{13101BD6-44F6-3F41-B954-0B1D73F624C3}" type="presParOf" srcId="{38DFBB60-8C29-CC44-9737-C1A28CC7759D}" destId="{AE62EA6B-DA39-7D45-B7A2-DACF183C320F}" srcOrd="2" destOrd="0" presId="urn:microsoft.com/office/officeart/2005/8/layout/hierarchy2"/>
    <dgm:cxn modelId="{1E1B8AA1-CAF7-514C-B55D-D0B9B82B39D5}" type="presParOf" srcId="{AE62EA6B-DA39-7D45-B7A2-DACF183C320F}" destId="{FE8C5A84-B9B3-6A4A-A34E-AC40FDDF7666}" srcOrd="0" destOrd="0" presId="urn:microsoft.com/office/officeart/2005/8/layout/hierarchy2"/>
    <dgm:cxn modelId="{468E9FDC-DA4B-6147-A96A-59144DBFE39A}" type="presParOf" srcId="{38DFBB60-8C29-CC44-9737-C1A28CC7759D}" destId="{9424F6E5-DB89-2548-8C4F-BAB69396AC61}" srcOrd="3" destOrd="0" presId="urn:microsoft.com/office/officeart/2005/8/layout/hierarchy2"/>
    <dgm:cxn modelId="{B0D3B192-7E05-5642-8FDC-6DD23C369123}" type="presParOf" srcId="{9424F6E5-DB89-2548-8C4F-BAB69396AC61}" destId="{033D980A-9C79-824D-88FB-1BCEE228D888}" srcOrd="0" destOrd="0" presId="urn:microsoft.com/office/officeart/2005/8/layout/hierarchy2"/>
    <dgm:cxn modelId="{529A9594-61A4-9C4B-9BAE-5CFE3D05C8B0}" type="presParOf" srcId="{9424F6E5-DB89-2548-8C4F-BAB69396AC61}" destId="{02BC923A-209C-9447-8468-02E33357683F}" srcOrd="1" destOrd="0" presId="urn:microsoft.com/office/officeart/2005/8/layout/hierarchy2"/>
    <dgm:cxn modelId="{081514B7-03D2-9A48-96B7-2DB3F39A0D84}" type="presParOf" srcId="{02BC923A-209C-9447-8468-02E33357683F}" destId="{08D77D6F-4E1D-AC4D-889E-A5BC98F32ACB}" srcOrd="0" destOrd="0" presId="urn:microsoft.com/office/officeart/2005/8/layout/hierarchy2"/>
    <dgm:cxn modelId="{5CBC44A2-73DD-9C40-8D1D-E8897585E8C7}" type="presParOf" srcId="{08D77D6F-4E1D-AC4D-889E-A5BC98F32ACB}" destId="{E9104157-5551-304E-94F3-9419FA4E3879}" srcOrd="0" destOrd="0" presId="urn:microsoft.com/office/officeart/2005/8/layout/hierarchy2"/>
    <dgm:cxn modelId="{94843219-BE5D-2F43-9D58-07EF7F313C1F}" type="presParOf" srcId="{02BC923A-209C-9447-8468-02E33357683F}" destId="{B8DC85CE-1B43-0744-A899-375890867BEA}" srcOrd="1" destOrd="0" presId="urn:microsoft.com/office/officeart/2005/8/layout/hierarchy2"/>
    <dgm:cxn modelId="{1B82C524-63B1-5A45-8ED4-EE8F4C8D056D}" type="presParOf" srcId="{B8DC85CE-1B43-0744-A899-375890867BEA}" destId="{D7D46009-7DB0-3E4A-834C-62B1740CAF05}" srcOrd="0" destOrd="0" presId="urn:microsoft.com/office/officeart/2005/8/layout/hierarchy2"/>
    <dgm:cxn modelId="{F36B13B2-A4A7-B643-9450-7781F652ABB4}" type="presParOf" srcId="{B8DC85CE-1B43-0744-A899-375890867BEA}" destId="{0086B251-38E6-ED4C-998E-298295CFE501}" srcOrd="1" destOrd="0" presId="urn:microsoft.com/office/officeart/2005/8/layout/hierarchy2"/>
    <dgm:cxn modelId="{F3F28C37-56AD-DE4D-8767-9A3046EA30AC}" type="presParOf" srcId="{02BC923A-209C-9447-8468-02E33357683F}" destId="{A91AF5BA-2C75-F34F-9B00-D5BD26380041}" srcOrd="2" destOrd="0" presId="urn:microsoft.com/office/officeart/2005/8/layout/hierarchy2"/>
    <dgm:cxn modelId="{E2922B77-FB40-7C42-845A-95CB82A213B8}" type="presParOf" srcId="{A91AF5BA-2C75-F34F-9B00-D5BD26380041}" destId="{17E7A137-5B16-254F-911E-E0AB63028451}" srcOrd="0" destOrd="0" presId="urn:microsoft.com/office/officeart/2005/8/layout/hierarchy2"/>
    <dgm:cxn modelId="{3F13C6BD-682E-7D48-A337-1C5770778AA4}" type="presParOf" srcId="{02BC923A-209C-9447-8468-02E33357683F}" destId="{E9BD0D2F-131D-2F43-ACD6-5916B6667046}" srcOrd="3" destOrd="0" presId="urn:microsoft.com/office/officeart/2005/8/layout/hierarchy2"/>
    <dgm:cxn modelId="{A31C3C24-68F8-0F44-AEAD-7AA6A0C62A99}" type="presParOf" srcId="{E9BD0D2F-131D-2F43-ACD6-5916B6667046}" destId="{F4A9D1CF-C403-C543-9BC8-78437B763C87}" srcOrd="0" destOrd="0" presId="urn:microsoft.com/office/officeart/2005/8/layout/hierarchy2"/>
    <dgm:cxn modelId="{155AC0C4-3098-3340-B13A-16F0C467CA7E}" type="presParOf" srcId="{E9BD0D2F-131D-2F43-ACD6-5916B6667046}" destId="{8D1CD6FE-2227-8A46-B598-27DCFDE22A69}" srcOrd="1" destOrd="0" presId="urn:microsoft.com/office/officeart/2005/8/layout/hierarchy2"/>
    <dgm:cxn modelId="{D722B768-4501-CB40-BB86-9B7046F488FC}" type="presParOf" srcId="{02BC923A-209C-9447-8468-02E33357683F}" destId="{59854AA6-7F6C-0342-9774-65150C5AEC34}" srcOrd="4" destOrd="0" presId="urn:microsoft.com/office/officeart/2005/8/layout/hierarchy2"/>
    <dgm:cxn modelId="{614D3A53-A9EB-3E45-9975-EEFB4CA6ED89}" type="presParOf" srcId="{59854AA6-7F6C-0342-9774-65150C5AEC34}" destId="{6AC51277-B0DA-C644-8088-8425AF9CE090}" srcOrd="0" destOrd="0" presId="urn:microsoft.com/office/officeart/2005/8/layout/hierarchy2"/>
    <dgm:cxn modelId="{F6994EC4-0E05-6644-BADF-3BF117C6B66C}" type="presParOf" srcId="{02BC923A-209C-9447-8468-02E33357683F}" destId="{52A2356F-9AA6-3747-BC6E-A8D8E5D253EE}" srcOrd="5" destOrd="0" presId="urn:microsoft.com/office/officeart/2005/8/layout/hierarchy2"/>
    <dgm:cxn modelId="{16E6D36D-84E1-0448-9079-6CE4A9CC4482}" type="presParOf" srcId="{52A2356F-9AA6-3747-BC6E-A8D8E5D253EE}" destId="{83C4403D-3E5F-854F-B4DE-0F5EAD1E78E8}" srcOrd="0" destOrd="0" presId="urn:microsoft.com/office/officeart/2005/8/layout/hierarchy2"/>
    <dgm:cxn modelId="{213A379F-9FFD-9749-9708-A1F0FCAC78C2}" type="presParOf" srcId="{52A2356F-9AA6-3747-BC6E-A8D8E5D253EE}" destId="{C1430D0D-2D0B-124E-97DE-8E9FE3AD6D6B}" srcOrd="1" destOrd="0" presId="urn:microsoft.com/office/officeart/2005/8/layout/hierarchy2"/>
    <dgm:cxn modelId="{5339027E-B632-E541-9A8D-62A3526A28B1}" type="presParOf" srcId="{12E7A0AF-8EAD-8041-AEA1-A55210714987}" destId="{8288258F-18E8-B443-9AA8-64F1D3F853A3}" srcOrd="2" destOrd="0" presId="urn:microsoft.com/office/officeart/2005/8/layout/hierarchy2"/>
    <dgm:cxn modelId="{669B29B8-A9F4-AE49-9D8A-F3E195F913D1}" type="presParOf" srcId="{8288258F-18E8-B443-9AA8-64F1D3F853A3}" destId="{9BD9C8DA-F1B6-D248-BEFB-A6AB839AA953}" srcOrd="0" destOrd="0" presId="urn:microsoft.com/office/officeart/2005/8/layout/hierarchy2"/>
    <dgm:cxn modelId="{DFA3A07B-0689-0A4C-88A6-FE8CC50DABC0}" type="presParOf" srcId="{12E7A0AF-8EAD-8041-AEA1-A55210714987}" destId="{AF04DE09-1D12-0541-A9E1-9AC19CB66AD6}" srcOrd="3" destOrd="0" presId="urn:microsoft.com/office/officeart/2005/8/layout/hierarchy2"/>
    <dgm:cxn modelId="{EBE83515-0D29-3543-8E4A-4522416391C4}" type="presParOf" srcId="{AF04DE09-1D12-0541-A9E1-9AC19CB66AD6}" destId="{0A5026A0-8E56-A647-A8C3-15986D1C7EBC}" srcOrd="0" destOrd="0" presId="urn:microsoft.com/office/officeart/2005/8/layout/hierarchy2"/>
    <dgm:cxn modelId="{6DEC4BF9-72BF-9842-9D4D-5DC65F645F82}" type="presParOf" srcId="{AF04DE09-1D12-0541-A9E1-9AC19CB66AD6}" destId="{FA397E13-9867-484A-A338-86F7B6F101D6}" srcOrd="1" destOrd="0" presId="urn:microsoft.com/office/officeart/2005/8/layout/hierarchy2"/>
    <dgm:cxn modelId="{1E9B8853-052E-114D-B9CF-96E94CC75B8A}" type="presParOf" srcId="{12E7A0AF-8EAD-8041-AEA1-A55210714987}" destId="{F43E0DE1-1D51-C34C-A48A-A5043C08BF68}" srcOrd="4" destOrd="0" presId="urn:microsoft.com/office/officeart/2005/8/layout/hierarchy2"/>
    <dgm:cxn modelId="{6B4CCA54-D04D-C64A-AC21-104B4A4D92AF}" type="presParOf" srcId="{F43E0DE1-1D51-C34C-A48A-A5043C08BF68}" destId="{9DBB0BBA-38F0-C945-AF60-7BE5711D3B37}" srcOrd="0" destOrd="0" presId="urn:microsoft.com/office/officeart/2005/8/layout/hierarchy2"/>
    <dgm:cxn modelId="{29FCC7AB-40F0-964C-B707-684CB6111C7B}" type="presParOf" srcId="{12E7A0AF-8EAD-8041-AEA1-A55210714987}" destId="{0263A6D9-54AD-7A46-A7B7-DB78C871AFE1}" srcOrd="5" destOrd="0" presId="urn:microsoft.com/office/officeart/2005/8/layout/hierarchy2"/>
    <dgm:cxn modelId="{DD324C5B-41CC-324B-BC49-4CB00139283D}" type="presParOf" srcId="{0263A6D9-54AD-7A46-A7B7-DB78C871AFE1}" destId="{3285F61B-7363-E343-977E-A54DA907C2BE}" srcOrd="0" destOrd="0" presId="urn:microsoft.com/office/officeart/2005/8/layout/hierarchy2"/>
    <dgm:cxn modelId="{79844D10-A06C-D34E-B88A-5D1533B4BC46}" type="presParOf" srcId="{0263A6D9-54AD-7A46-A7B7-DB78C871AFE1}" destId="{F06A5B78-D7DE-B44F-B6D6-98E7FA82C861}" srcOrd="1" destOrd="0" presId="urn:microsoft.com/office/officeart/2005/8/layout/hierarchy2"/>
    <dgm:cxn modelId="{5E6C8922-FB95-2949-88E3-17DE32E9619E}" type="presParOf" srcId="{F06A5B78-D7DE-B44F-B6D6-98E7FA82C861}" destId="{5B934FD6-5DA9-8D48-82F2-1DA6883FDCB3}" srcOrd="0" destOrd="0" presId="urn:microsoft.com/office/officeart/2005/8/layout/hierarchy2"/>
    <dgm:cxn modelId="{21A84CE8-C42F-8E46-B254-847D4B20C30E}" type="presParOf" srcId="{5B934FD6-5DA9-8D48-82F2-1DA6883FDCB3}" destId="{0972F59B-DBFC-6D4E-8A60-D7E3799171B9}" srcOrd="0" destOrd="0" presId="urn:microsoft.com/office/officeart/2005/8/layout/hierarchy2"/>
    <dgm:cxn modelId="{B54A1035-A945-7649-B2B1-9EB29D694EE8}" type="presParOf" srcId="{F06A5B78-D7DE-B44F-B6D6-98E7FA82C861}" destId="{F18C3C97-77CB-8746-94AA-BC82B3C6A4D9}" srcOrd="1" destOrd="0" presId="urn:microsoft.com/office/officeart/2005/8/layout/hierarchy2"/>
    <dgm:cxn modelId="{854877A0-B7D1-6D4C-A529-80EBC7903014}" type="presParOf" srcId="{F18C3C97-77CB-8746-94AA-BC82B3C6A4D9}" destId="{DCA00317-0BCC-D346-AFED-C8EC112383EB}" srcOrd="0" destOrd="0" presId="urn:microsoft.com/office/officeart/2005/8/layout/hierarchy2"/>
    <dgm:cxn modelId="{FA14E1AA-1C00-2A41-871D-B25D0C9F34CF}" type="presParOf" srcId="{F18C3C97-77CB-8746-94AA-BC82B3C6A4D9}" destId="{924FD834-D1BB-5C42-B4AB-A9C4C7C08358}" srcOrd="1" destOrd="0" presId="urn:microsoft.com/office/officeart/2005/8/layout/hierarchy2"/>
    <dgm:cxn modelId="{A2DF5E71-8AD5-FF46-A520-ABD2A5CFA263}" type="presParOf" srcId="{924FD834-D1BB-5C42-B4AB-A9C4C7C08358}" destId="{9A60D193-9E5C-C84B-8E98-03EA406F1980}" srcOrd="0" destOrd="0" presId="urn:microsoft.com/office/officeart/2005/8/layout/hierarchy2"/>
    <dgm:cxn modelId="{C5DD2A31-5F3F-CF4A-AD1E-9A971C5AAF9A}" type="presParOf" srcId="{9A60D193-9E5C-C84B-8E98-03EA406F1980}" destId="{CBEABE6D-699A-2245-AC43-AEC131794FFC}" srcOrd="0" destOrd="0" presId="urn:microsoft.com/office/officeart/2005/8/layout/hierarchy2"/>
    <dgm:cxn modelId="{028E6343-701B-7B4C-9749-C5BED5ED0A4D}" type="presParOf" srcId="{924FD834-D1BB-5C42-B4AB-A9C4C7C08358}" destId="{D9A5A57F-08A8-7947-A4DA-1B242BDB2EFD}" srcOrd="1" destOrd="0" presId="urn:microsoft.com/office/officeart/2005/8/layout/hierarchy2"/>
    <dgm:cxn modelId="{4BFB8332-37CC-B144-A8AB-0ED44859BCF9}" type="presParOf" srcId="{D9A5A57F-08A8-7947-A4DA-1B242BDB2EFD}" destId="{C3F4979E-E271-BE4C-AF2B-41E8089D0436}" srcOrd="0" destOrd="0" presId="urn:microsoft.com/office/officeart/2005/8/layout/hierarchy2"/>
    <dgm:cxn modelId="{4F7CFB89-B5AC-F24D-A73C-27675711C165}" type="presParOf" srcId="{D9A5A57F-08A8-7947-A4DA-1B242BDB2EFD}" destId="{D7528E04-163A-A14F-B356-81A8C7B8AA2F}" srcOrd="1" destOrd="0" presId="urn:microsoft.com/office/officeart/2005/8/layout/hierarchy2"/>
    <dgm:cxn modelId="{39E8EC8B-B341-A345-8D9F-615CF6157AAF}" type="presParOf" srcId="{924FD834-D1BB-5C42-B4AB-A9C4C7C08358}" destId="{0ED8A481-612E-8A47-A481-A9286539C4A5}" srcOrd="2" destOrd="0" presId="urn:microsoft.com/office/officeart/2005/8/layout/hierarchy2"/>
    <dgm:cxn modelId="{16B8AF65-30B7-F145-A363-2DF6B99D7010}" type="presParOf" srcId="{0ED8A481-612E-8A47-A481-A9286539C4A5}" destId="{93BC982A-6F35-754E-9FF5-F802C998237A}" srcOrd="0" destOrd="0" presId="urn:microsoft.com/office/officeart/2005/8/layout/hierarchy2"/>
    <dgm:cxn modelId="{8D89ED27-AA57-8E41-862F-EBBC6F1F9228}" type="presParOf" srcId="{924FD834-D1BB-5C42-B4AB-A9C4C7C08358}" destId="{5CFFB45E-C9B0-5F41-AD27-52C6BD643F76}" srcOrd="3" destOrd="0" presId="urn:microsoft.com/office/officeart/2005/8/layout/hierarchy2"/>
    <dgm:cxn modelId="{6F041BB9-F622-D946-984D-E78F3CFF9F88}" type="presParOf" srcId="{5CFFB45E-C9B0-5F41-AD27-52C6BD643F76}" destId="{806A36E2-BB57-9C48-BC5F-9ACA33E1B931}" srcOrd="0" destOrd="0" presId="urn:microsoft.com/office/officeart/2005/8/layout/hierarchy2"/>
    <dgm:cxn modelId="{448867A0-6622-864B-8821-A4122A8D83B2}" type="presParOf" srcId="{5CFFB45E-C9B0-5F41-AD27-52C6BD643F76}" destId="{7131C720-5042-6248-BC35-0320E90353F5}" srcOrd="1" destOrd="0" presId="urn:microsoft.com/office/officeart/2005/8/layout/hierarchy2"/>
    <dgm:cxn modelId="{4BD2BE8A-66E6-F143-9F70-5F0697DE2C00}" type="presParOf" srcId="{F06A5B78-D7DE-B44F-B6D6-98E7FA82C861}" destId="{2080397C-60A9-D94E-8199-7CF997F6C40E}" srcOrd="2" destOrd="0" presId="urn:microsoft.com/office/officeart/2005/8/layout/hierarchy2"/>
    <dgm:cxn modelId="{A02CEA07-22FD-4C4E-A71D-80622AD4310A}" type="presParOf" srcId="{2080397C-60A9-D94E-8199-7CF997F6C40E}" destId="{6369F94E-DB5D-264D-89F6-1F2BF16A6835}" srcOrd="0" destOrd="0" presId="urn:microsoft.com/office/officeart/2005/8/layout/hierarchy2"/>
    <dgm:cxn modelId="{2EBB4C07-DD27-A542-95FE-9F44993BEBEC}" type="presParOf" srcId="{F06A5B78-D7DE-B44F-B6D6-98E7FA82C861}" destId="{89A2E8D3-511B-9746-9DFE-AADD552E0C0B}" srcOrd="3" destOrd="0" presId="urn:microsoft.com/office/officeart/2005/8/layout/hierarchy2"/>
    <dgm:cxn modelId="{1B3ABA71-B142-A144-9AB5-F58D40D7DB2B}" type="presParOf" srcId="{89A2E8D3-511B-9746-9DFE-AADD552E0C0B}" destId="{659A29EA-DA69-0B48-AC90-2BC5DC06E162}" srcOrd="0" destOrd="0" presId="urn:microsoft.com/office/officeart/2005/8/layout/hierarchy2"/>
    <dgm:cxn modelId="{45B1B89E-80F5-DB4D-931B-5E529E0E94E1}" type="presParOf" srcId="{89A2E8D3-511B-9746-9DFE-AADD552E0C0B}" destId="{D0C9CACE-A884-FD45-8AE4-583761B28D32}" srcOrd="1" destOrd="0" presId="urn:microsoft.com/office/officeart/2005/8/layout/hierarchy2"/>
    <dgm:cxn modelId="{B0C21707-A207-FA43-AA79-6F1DA731C7F0}" type="presParOf" srcId="{D0C9CACE-A884-FD45-8AE4-583761B28D32}" destId="{114F8689-8DD4-464E-A4B8-2EEAEAC69229}" srcOrd="0" destOrd="0" presId="urn:microsoft.com/office/officeart/2005/8/layout/hierarchy2"/>
    <dgm:cxn modelId="{F196EEFC-1FDF-6141-BEE8-D95A999FABBB}" type="presParOf" srcId="{114F8689-8DD4-464E-A4B8-2EEAEAC69229}" destId="{B79DFBBA-B78B-B645-87FD-2321D061E846}" srcOrd="0" destOrd="0" presId="urn:microsoft.com/office/officeart/2005/8/layout/hierarchy2"/>
    <dgm:cxn modelId="{E8F9CF25-00DB-4D4A-912A-F2AEEDF4CD78}" type="presParOf" srcId="{D0C9CACE-A884-FD45-8AE4-583761B28D32}" destId="{443ED279-37A7-FB4E-BB07-8D4213ECEDDA}" srcOrd="1" destOrd="0" presId="urn:microsoft.com/office/officeart/2005/8/layout/hierarchy2"/>
    <dgm:cxn modelId="{8EE89487-65FE-4349-A422-4F9C2E1C1032}" type="presParOf" srcId="{443ED279-37A7-FB4E-BB07-8D4213ECEDDA}" destId="{939AF6B4-3819-0140-A122-BCED377C3051}" srcOrd="0" destOrd="0" presId="urn:microsoft.com/office/officeart/2005/8/layout/hierarchy2"/>
    <dgm:cxn modelId="{543C07BF-E2F9-094E-9B04-BBB74EA05BCC}" type="presParOf" srcId="{443ED279-37A7-FB4E-BB07-8D4213ECEDDA}" destId="{17281CF6-0EA6-2446-B95B-F5B335B1C266}" srcOrd="1" destOrd="0" presId="urn:microsoft.com/office/officeart/2005/8/layout/hierarchy2"/>
    <dgm:cxn modelId="{D066B507-F945-0F4A-9470-E8A3BDB346BE}" type="presParOf" srcId="{D0C9CACE-A884-FD45-8AE4-583761B28D32}" destId="{4F1DD744-EA55-8048-B000-B8C587FAB291}" srcOrd="2" destOrd="0" presId="urn:microsoft.com/office/officeart/2005/8/layout/hierarchy2"/>
    <dgm:cxn modelId="{778866EB-9C44-D64C-A6EA-5DEE4EDD90BE}" type="presParOf" srcId="{4F1DD744-EA55-8048-B000-B8C587FAB291}" destId="{62617335-E61D-8044-B4F0-F250BA240580}" srcOrd="0" destOrd="0" presId="urn:microsoft.com/office/officeart/2005/8/layout/hierarchy2"/>
    <dgm:cxn modelId="{37967C2D-21EE-EC45-95DF-45F230E1A9F3}" type="presParOf" srcId="{D0C9CACE-A884-FD45-8AE4-583761B28D32}" destId="{ED64EF8A-BC07-DA49-9455-E5BF42DE2409}" srcOrd="3" destOrd="0" presId="urn:microsoft.com/office/officeart/2005/8/layout/hierarchy2"/>
    <dgm:cxn modelId="{1D4C9D6C-5EAD-5A43-A5FC-847A69D8227F}" type="presParOf" srcId="{ED64EF8A-BC07-DA49-9455-E5BF42DE2409}" destId="{B535F848-288F-9340-BD31-E706D166D8ED}" srcOrd="0" destOrd="0" presId="urn:microsoft.com/office/officeart/2005/8/layout/hierarchy2"/>
    <dgm:cxn modelId="{34AC0E6F-2F9A-3E47-8DF8-D952E3D6C63D}" type="presParOf" srcId="{ED64EF8A-BC07-DA49-9455-E5BF42DE2409}" destId="{D6A73EEC-762B-DD4F-8208-678AEEA26FA3}" srcOrd="1" destOrd="0" presId="urn:microsoft.com/office/officeart/2005/8/layout/hierarchy2"/>
    <dgm:cxn modelId="{B72E1FA4-E484-1B4E-87B9-AAB6994E3027}" type="presParOf" srcId="{D0C9CACE-A884-FD45-8AE4-583761B28D32}" destId="{AAFD3B8B-5120-F34E-8D4E-EBEF2C03950D}" srcOrd="4" destOrd="0" presId="urn:microsoft.com/office/officeart/2005/8/layout/hierarchy2"/>
    <dgm:cxn modelId="{8431C844-7AE3-794B-91A4-F6259BE220ED}" type="presParOf" srcId="{AAFD3B8B-5120-F34E-8D4E-EBEF2C03950D}" destId="{DA478C27-232E-724A-9D46-11D4B0AB8509}" srcOrd="0" destOrd="0" presId="urn:microsoft.com/office/officeart/2005/8/layout/hierarchy2"/>
    <dgm:cxn modelId="{115F31E3-3B0F-144E-BC9E-50A5152CA368}" type="presParOf" srcId="{D0C9CACE-A884-FD45-8AE4-583761B28D32}" destId="{94A27513-6222-FF4F-B904-B73E3933BEC1}" srcOrd="5" destOrd="0" presId="urn:microsoft.com/office/officeart/2005/8/layout/hierarchy2"/>
    <dgm:cxn modelId="{8C2ADA17-323B-1242-A599-5781BC2BCAE0}" type="presParOf" srcId="{94A27513-6222-FF4F-B904-B73E3933BEC1}" destId="{1BFC8A6B-1BDF-444C-839A-E5D30F4EB9BA}" srcOrd="0" destOrd="0" presId="urn:microsoft.com/office/officeart/2005/8/layout/hierarchy2"/>
    <dgm:cxn modelId="{0E73C1C9-A0E1-394B-A7D3-5C5B9EF13594}" type="presParOf" srcId="{94A27513-6222-FF4F-B904-B73E3933BEC1}" destId="{29B26C66-655E-EA42-9990-A726B6CB7199}" srcOrd="1" destOrd="0" presId="urn:microsoft.com/office/officeart/2005/8/layout/hierarchy2"/>
    <dgm:cxn modelId="{7E4FB95C-969B-9B47-99D1-168CB634BF5B}" type="presParOf" srcId="{D0C9CACE-A884-FD45-8AE4-583761B28D32}" destId="{A33643B7-573F-7E44-A2A2-C5D600EB621F}" srcOrd="6" destOrd="0" presId="urn:microsoft.com/office/officeart/2005/8/layout/hierarchy2"/>
    <dgm:cxn modelId="{6F6FF020-FFBE-9E40-857F-E61DF213B3B8}" type="presParOf" srcId="{A33643B7-573F-7E44-A2A2-C5D600EB621F}" destId="{1373F68F-C9A1-324C-B227-74D51F4CE8D9}" srcOrd="0" destOrd="0" presId="urn:microsoft.com/office/officeart/2005/8/layout/hierarchy2"/>
    <dgm:cxn modelId="{A93443CC-E48F-7E49-BD23-94967337BD33}" type="presParOf" srcId="{D0C9CACE-A884-FD45-8AE4-583761B28D32}" destId="{BC2B7935-CB01-B34E-8069-08E6B40E31B2}" srcOrd="7" destOrd="0" presId="urn:microsoft.com/office/officeart/2005/8/layout/hierarchy2"/>
    <dgm:cxn modelId="{094D75EF-0E91-404C-B239-34A206199C5B}" type="presParOf" srcId="{BC2B7935-CB01-B34E-8069-08E6B40E31B2}" destId="{A63AC746-3CA6-A544-8C8A-B536AD7E8A71}" srcOrd="0" destOrd="0" presId="urn:microsoft.com/office/officeart/2005/8/layout/hierarchy2"/>
    <dgm:cxn modelId="{39948229-DCDB-254B-A27C-484C38A9AAF3}" type="presParOf" srcId="{BC2B7935-CB01-B34E-8069-08E6B40E31B2}" destId="{82A61487-DE84-974B-99DD-9C562463D15F}" srcOrd="1" destOrd="0" presId="urn:microsoft.com/office/officeart/2005/8/layout/hierarchy2"/>
    <dgm:cxn modelId="{FD8D1A4F-E4BD-E043-A29F-DCA61F014C27}" type="presParOf" srcId="{12E7A0AF-8EAD-8041-AEA1-A55210714987}" destId="{49A06816-3554-2F49-9D10-C52C6DA68B90}" srcOrd="6" destOrd="0" presId="urn:microsoft.com/office/officeart/2005/8/layout/hierarchy2"/>
    <dgm:cxn modelId="{52A8D48D-7838-1549-8D0E-CF7CA6B7802C}" type="presParOf" srcId="{49A06816-3554-2F49-9D10-C52C6DA68B90}" destId="{5FC8B767-8D33-8946-8A5F-324D2238F311}" srcOrd="0" destOrd="0" presId="urn:microsoft.com/office/officeart/2005/8/layout/hierarchy2"/>
    <dgm:cxn modelId="{B9CFA7FB-7D4F-9742-B88B-08AD418D7D1F}" type="presParOf" srcId="{12E7A0AF-8EAD-8041-AEA1-A55210714987}" destId="{F5733516-1382-E849-A2E5-16EA33C7490E}" srcOrd="7" destOrd="0" presId="urn:microsoft.com/office/officeart/2005/8/layout/hierarchy2"/>
    <dgm:cxn modelId="{89A42090-BFFF-4541-B4BA-A19A86420972}" type="presParOf" srcId="{F5733516-1382-E849-A2E5-16EA33C7490E}" destId="{633B338A-8168-9144-8817-707D73E9915F}" srcOrd="0" destOrd="0" presId="urn:microsoft.com/office/officeart/2005/8/layout/hierarchy2"/>
    <dgm:cxn modelId="{4533C239-7F6C-194D-9E0B-E035CF233ED2}" type="presParOf" srcId="{F5733516-1382-E849-A2E5-16EA33C7490E}" destId="{0A0E7E7B-3309-D84E-B6B6-976D90F6F7DA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133CC1-CFEE-1E42-95A7-0C8FE7A530A0}">
      <dsp:nvSpPr>
        <dsp:cNvPr id="0" name=""/>
        <dsp:cNvSpPr/>
      </dsp:nvSpPr>
      <dsp:spPr>
        <a:xfrm>
          <a:off x="131256" y="3321423"/>
          <a:ext cx="1004589" cy="502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All causes</a:t>
          </a:r>
          <a:endParaRPr lang="en-US" sz="1600" kern="1200" dirty="0"/>
        </a:p>
      </dsp:txBody>
      <dsp:txXfrm>
        <a:off x="145968" y="3336135"/>
        <a:ext cx="975165" cy="472870"/>
      </dsp:txXfrm>
    </dsp:sp>
    <dsp:sp modelId="{1949B696-6309-254B-8B21-8C5C1F96B0AA}">
      <dsp:nvSpPr>
        <dsp:cNvPr id="0" name=""/>
        <dsp:cNvSpPr/>
      </dsp:nvSpPr>
      <dsp:spPr>
        <a:xfrm rot="17449110">
          <a:off x="202569" y="2212650"/>
          <a:ext cx="2895714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2895714" y="65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578034" y="2146849"/>
        <a:ext cx="144785" cy="144785"/>
      </dsp:txXfrm>
    </dsp:sp>
    <dsp:sp modelId="{AAFF53A3-E5CA-9545-9C88-C70E7D1FDF35}">
      <dsp:nvSpPr>
        <dsp:cNvPr id="0" name=""/>
        <dsp:cNvSpPr/>
      </dsp:nvSpPr>
      <dsp:spPr>
        <a:xfrm>
          <a:off x="2165008" y="614767"/>
          <a:ext cx="1004589" cy="502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Cardiorespiratory diseases</a:t>
          </a:r>
          <a:endParaRPr lang="en-US" sz="1050" kern="1200" dirty="0"/>
        </a:p>
      </dsp:txBody>
      <dsp:txXfrm>
        <a:off x="2179720" y="629479"/>
        <a:ext cx="975165" cy="472870"/>
      </dsp:txXfrm>
    </dsp:sp>
    <dsp:sp modelId="{C22F0B16-DC50-DE49-A7B3-546CB5F1AFCF}">
      <dsp:nvSpPr>
        <dsp:cNvPr id="0" name=""/>
        <dsp:cNvSpPr/>
      </dsp:nvSpPr>
      <dsp:spPr>
        <a:xfrm rot="19019">
          <a:off x="3169590" y="862022"/>
          <a:ext cx="976004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976004" y="65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3633192" y="844214"/>
        <a:ext cx="48800" cy="48800"/>
      </dsp:txXfrm>
    </dsp:sp>
    <dsp:sp modelId="{7D4575F6-4CC4-AF43-B237-7323ED4F22DA}">
      <dsp:nvSpPr>
        <dsp:cNvPr id="0" name=""/>
        <dsp:cNvSpPr/>
      </dsp:nvSpPr>
      <dsp:spPr>
        <a:xfrm>
          <a:off x="4145587" y="620166"/>
          <a:ext cx="1004589" cy="502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Cardiovascular diseases</a:t>
          </a:r>
        </a:p>
      </dsp:txBody>
      <dsp:txXfrm>
        <a:off x="4160299" y="634878"/>
        <a:ext cx="975165" cy="472870"/>
      </dsp:txXfrm>
    </dsp:sp>
    <dsp:sp modelId="{270EED86-C005-C942-A4E3-69F045B4F308}">
      <dsp:nvSpPr>
        <dsp:cNvPr id="0" name=""/>
        <dsp:cNvSpPr/>
      </dsp:nvSpPr>
      <dsp:spPr>
        <a:xfrm rot="19601966">
          <a:off x="5057440" y="554639"/>
          <a:ext cx="1129565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1129565" y="65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5593984" y="532991"/>
        <a:ext cx="56478" cy="56478"/>
      </dsp:txXfrm>
    </dsp:sp>
    <dsp:sp modelId="{C5CFB1FA-B294-8B48-9CE3-E2393FF90491}">
      <dsp:nvSpPr>
        <dsp:cNvPr id="0" name=""/>
        <dsp:cNvSpPr/>
      </dsp:nvSpPr>
      <dsp:spPr>
        <a:xfrm>
          <a:off x="6094270" y="0"/>
          <a:ext cx="1004589" cy="502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Cerebrovascular disease</a:t>
          </a:r>
          <a:endParaRPr lang="en-US" sz="1050" kern="1200" dirty="0"/>
        </a:p>
      </dsp:txBody>
      <dsp:txXfrm>
        <a:off x="6108982" y="14712"/>
        <a:ext cx="975165" cy="472870"/>
      </dsp:txXfrm>
    </dsp:sp>
    <dsp:sp modelId="{7A385FF1-1EEB-C94A-98CF-1DA6A140AD5F}">
      <dsp:nvSpPr>
        <dsp:cNvPr id="0" name=""/>
        <dsp:cNvSpPr/>
      </dsp:nvSpPr>
      <dsp:spPr>
        <a:xfrm rot="21445242">
          <a:off x="5149698" y="843457"/>
          <a:ext cx="945050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945050" y="65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5598597" y="826423"/>
        <a:ext cx="47252" cy="47252"/>
      </dsp:txXfrm>
    </dsp:sp>
    <dsp:sp modelId="{9DC11BF4-DFA7-D34D-9922-60460E973BBF}">
      <dsp:nvSpPr>
        <dsp:cNvPr id="0" name=""/>
        <dsp:cNvSpPr/>
      </dsp:nvSpPr>
      <dsp:spPr>
        <a:xfrm>
          <a:off x="6094270" y="577637"/>
          <a:ext cx="1004589" cy="502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Ischaemic heart disease</a:t>
          </a:r>
          <a:endParaRPr lang="en-US" sz="1050" kern="1200" dirty="0"/>
        </a:p>
      </dsp:txBody>
      <dsp:txXfrm>
        <a:off x="6108982" y="592349"/>
        <a:ext cx="975165" cy="472870"/>
      </dsp:txXfrm>
    </dsp:sp>
    <dsp:sp modelId="{FA094755-C97E-EA41-8489-418EF69D8C5F}">
      <dsp:nvSpPr>
        <dsp:cNvPr id="0" name=""/>
        <dsp:cNvSpPr/>
      </dsp:nvSpPr>
      <dsp:spPr>
        <a:xfrm rot="1772667">
          <a:off x="5079624" y="1132277"/>
          <a:ext cx="1085198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1085198" y="65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5595093" y="1111739"/>
        <a:ext cx="54259" cy="54259"/>
      </dsp:txXfrm>
    </dsp:sp>
    <dsp:sp modelId="{EC96D627-D47E-F742-BBE8-957AC9688C71}">
      <dsp:nvSpPr>
        <dsp:cNvPr id="0" name=""/>
        <dsp:cNvSpPr/>
      </dsp:nvSpPr>
      <dsp:spPr>
        <a:xfrm>
          <a:off x="6094270" y="1155276"/>
          <a:ext cx="1004589" cy="502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Other cardiovascular diseases</a:t>
          </a:r>
          <a:endParaRPr lang="en-US" sz="1050" kern="1200" dirty="0"/>
        </a:p>
      </dsp:txBody>
      <dsp:txXfrm>
        <a:off x="6108982" y="1169988"/>
        <a:ext cx="975165" cy="472870"/>
      </dsp:txXfrm>
    </dsp:sp>
    <dsp:sp modelId="{AE62EA6B-DA39-7D45-B7A2-DACF183C320F}">
      <dsp:nvSpPr>
        <dsp:cNvPr id="0" name=""/>
        <dsp:cNvSpPr/>
      </dsp:nvSpPr>
      <dsp:spPr>
        <a:xfrm rot="3641262">
          <a:off x="2660810" y="1728481"/>
          <a:ext cx="1993564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1993564" y="65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3607753" y="1685234"/>
        <a:ext cx="99678" cy="99678"/>
      </dsp:txXfrm>
    </dsp:sp>
    <dsp:sp modelId="{033D980A-9C79-824D-88FB-1BCEE228D888}">
      <dsp:nvSpPr>
        <dsp:cNvPr id="0" name=""/>
        <dsp:cNvSpPr/>
      </dsp:nvSpPr>
      <dsp:spPr>
        <a:xfrm>
          <a:off x="4145587" y="2353084"/>
          <a:ext cx="1004589" cy="502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Respiratory diseases</a:t>
          </a:r>
          <a:endParaRPr lang="en-US" sz="1050" kern="1200" dirty="0"/>
        </a:p>
      </dsp:txBody>
      <dsp:txXfrm>
        <a:off x="4160299" y="2367796"/>
        <a:ext cx="975165" cy="472870"/>
      </dsp:txXfrm>
    </dsp:sp>
    <dsp:sp modelId="{08D77D6F-4E1D-AC4D-889E-A5BC98F32ACB}">
      <dsp:nvSpPr>
        <dsp:cNvPr id="0" name=""/>
        <dsp:cNvSpPr/>
      </dsp:nvSpPr>
      <dsp:spPr>
        <a:xfrm rot="19601962">
          <a:off x="5057440" y="2287555"/>
          <a:ext cx="1129566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1129566" y="65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5593984" y="2265908"/>
        <a:ext cx="56478" cy="56478"/>
      </dsp:txXfrm>
    </dsp:sp>
    <dsp:sp modelId="{D7D46009-7DB0-3E4A-834C-62B1740CAF05}">
      <dsp:nvSpPr>
        <dsp:cNvPr id="0" name=""/>
        <dsp:cNvSpPr/>
      </dsp:nvSpPr>
      <dsp:spPr>
        <a:xfrm>
          <a:off x="6094270" y="1732915"/>
          <a:ext cx="1004589" cy="502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Chronic obstructive pulmonary disease</a:t>
          </a:r>
        </a:p>
      </dsp:txBody>
      <dsp:txXfrm>
        <a:off x="6108982" y="1747627"/>
        <a:ext cx="975165" cy="472870"/>
      </dsp:txXfrm>
    </dsp:sp>
    <dsp:sp modelId="{A91AF5BA-2C75-F34F-9B00-D5BD26380041}">
      <dsp:nvSpPr>
        <dsp:cNvPr id="0" name=""/>
        <dsp:cNvSpPr/>
      </dsp:nvSpPr>
      <dsp:spPr>
        <a:xfrm rot="21445242">
          <a:off x="5149698" y="2576375"/>
          <a:ext cx="945050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945050" y="65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5598597" y="2559340"/>
        <a:ext cx="47252" cy="47252"/>
      </dsp:txXfrm>
    </dsp:sp>
    <dsp:sp modelId="{F4A9D1CF-C403-C543-9BC8-78437B763C87}">
      <dsp:nvSpPr>
        <dsp:cNvPr id="0" name=""/>
        <dsp:cNvSpPr/>
      </dsp:nvSpPr>
      <dsp:spPr>
        <a:xfrm>
          <a:off x="6094270" y="2310554"/>
          <a:ext cx="1004589" cy="502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Respiratory infections</a:t>
          </a:r>
          <a:endParaRPr lang="en-US" sz="1050" kern="1200" dirty="0"/>
        </a:p>
      </dsp:txBody>
      <dsp:txXfrm>
        <a:off x="6108982" y="2325266"/>
        <a:ext cx="975165" cy="472870"/>
      </dsp:txXfrm>
    </dsp:sp>
    <dsp:sp modelId="{59854AA6-7F6C-0342-9774-65150C5AEC34}">
      <dsp:nvSpPr>
        <dsp:cNvPr id="0" name=""/>
        <dsp:cNvSpPr/>
      </dsp:nvSpPr>
      <dsp:spPr>
        <a:xfrm rot="1772667">
          <a:off x="5079624" y="2865194"/>
          <a:ext cx="1085198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1085198" y="65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5595093" y="2844656"/>
        <a:ext cx="54259" cy="54259"/>
      </dsp:txXfrm>
    </dsp:sp>
    <dsp:sp modelId="{83C4403D-3E5F-854F-B4DE-0F5EAD1E78E8}">
      <dsp:nvSpPr>
        <dsp:cNvPr id="0" name=""/>
        <dsp:cNvSpPr/>
      </dsp:nvSpPr>
      <dsp:spPr>
        <a:xfrm>
          <a:off x="6094270" y="2888194"/>
          <a:ext cx="1004589" cy="502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Other respiratory diseases</a:t>
          </a:r>
          <a:endParaRPr lang="en-US" sz="1050" kern="1200" dirty="0"/>
        </a:p>
      </dsp:txBody>
      <dsp:txXfrm>
        <a:off x="6108982" y="2902906"/>
        <a:ext cx="975165" cy="472870"/>
      </dsp:txXfrm>
    </dsp:sp>
    <dsp:sp modelId="{8288258F-18E8-B443-9AA8-64F1D3F853A3}">
      <dsp:nvSpPr>
        <dsp:cNvPr id="0" name=""/>
        <dsp:cNvSpPr/>
      </dsp:nvSpPr>
      <dsp:spPr>
        <a:xfrm rot="18981184">
          <a:off x="935233" y="3065007"/>
          <a:ext cx="1451643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1451643" y="65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624764" y="3035308"/>
        <a:ext cx="72582" cy="72582"/>
      </dsp:txXfrm>
    </dsp:sp>
    <dsp:sp modelId="{0A5026A0-8E56-A647-A8C3-15986D1C7EBC}">
      <dsp:nvSpPr>
        <dsp:cNvPr id="0" name=""/>
        <dsp:cNvSpPr/>
      </dsp:nvSpPr>
      <dsp:spPr>
        <a:xfrm>
          <a:off x="2186265" y="2319480"/>
          <a:ext cx="1004589" cy="502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Cancers</a:t>
          </a:r>
          <a:endParaRPr lang="en-US" sz="1050" kern="1200" dirty="0"/>
        </a:p>
      </dsp:txBody>
      <dsp:txXfrm>
        <a:off x="2200977" y="2334192"/>
        <a:ext cx="975165" cy="472870"/>
      </dsp:txXfrm>
    </dsp:sp>
    <dsp:sp modelId="{F43E0DE1-1D51-C34C-A48A-A5043C08BF68}">
      <dsp:nvSpPr>
        <dsp:cNvPr id="0" name=""/>
        <dsp:cNvSpPr/>
      </dsp:nvSpPr>
      <dsp:spPr>
        <a:xfrm rot="1862029">
          <a:off x="1049887" y="3875581"/>
          <a:ext cx="1201069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1201069" y="65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1620395" y="3852146"/>
        <a:ext cx="60053" cy="60053"/>
      </dsp:txXfrm>
    </dsp:sp>
    <dsp:sp modelId="{3285F61B-7363-E343-977E-A54DA907C2BE}">
      <dsp:nvSpPr>
        <dsp:cNvPr id="0" name=""/>
        <dsp:cNvSpPr/>
      </dsp:nvSpPr>
      <dsp:spPr>
        <a:xfrm>
          <a:off x="2164998" y="3940627"/>
          <a:ext cx="1004589" cy="502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Injuries</a:t>
          </a:r>
          <a:endParaRPr lang="en-US" sz="1050" kern="1200" dirty="0"/>
        </a:p>
      </dsp:txBody>
      <dsp:txXfrm>
        <a:off x="2179710" y="3955339"/>
        <a:ext cx="975165" cy="472870"/>
      </dsp:txXfrm>
    </dsp:sp>
    <dsp:sp modelId="{5B934FD6-5DA9-8D48-82F2-1DA6883FDCB3}">
      <dsp:nvSpPr>
        <dsp:cNvPr id="0" name=""/>
        <dsp:cNvSpPr/>
      </dsp:nvSpPr>
      <dsp:spPr>
        <a:xfrm rot="21098336">
          <a:off x="3164345" y="4113460"/>
          <a:ext cx="986484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986484" y="65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3632925" y="4095390"/>
        <a:ext cx="49324" cy="49324"/>
      </dsp:txXfrm>
    </dsp:sp>
    <dsp:sp modelId="{DCA00317-0BCC-D346-AFED-C8EC112383EB}">
      <dsp:nvSpPr>
        <dsp:cNvPr id="0" name=""/>
        <dsp:cNvSpPr/>
      </dsp:nvSpPr>
      <dsp:spPr>
        <a:xfrm>
          <a:off x="4145587" y="3797182"/>
          <a:ext cx="1004589" cy="502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Intentional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injuries</a:t>
          </a:r>
          <a:endParaRPr lang="en-US" sz="1050" kern="1200" dirty="0"/>
        </a:p>
      </dsp:txBody>
      <dsp:txXfrm>
        <a:off x="4160299" y="3811894"/>
        <a:ext cx="975165" cy="472870"/>
      </dsp:txXfrm>
    </dsp:sp>
    <dsp:sp modelId="{9A60D193-9E5C-C84B-8E98-03EA406F1980}">
      <dsp:nvSpPr>
        <dsp:cNvPr id="0" name=""/>
        <dsp:cNvSpPr/>
      </dsp:nvSpPr>
      <dsp:spPr>
        <a:xfrm rot="20439626">
          <a:off x="5121947" y="3876063"/>
          <a:ext cx="1000552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1000552" y="65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5597209" y="3857641"/>
        <a:ext cx="50027" cy="50027"/>
      </dsp:txXfrm>
    </dsp:sp>
    <dsp:sp modelId="{C3F4979E-E271-BE4C-AF2B-41E8089D0436}">
      <dsp:nvSpPr>
        <dsp:cNvPr id="0" name=""/>
        <dsp:cNvSpPr/>
      </dsp:nvSpPr>
      <dsp:spPr>
        <a:xfrm>
          <a:off x="6094270" y="3465833"/>
          <a:ext cx="1004589" cy="502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Assault</a:t>
          </a:r>
          <a:endParaRPr lang="en-US" sz="1050" kern="1200" dirty="0"/>
        </a:p>
      </dsp:txBody>
      <dsp:txXfrm>
        <a:off x="6108982" y="3480545"/>
        <a:ext cx="975165" cy="472870"/>
      </dsp:txXfrm>
    </dsp:sp>
    <dsp:sp modelId="{0ED8A481-612E-8A47-A481-A9286539C4A5}">
      <dsp:nvSpPr>
        <dsp:cNvPr id="0" name=""/>
        <dsp:cNvSpPr/>
      </dsp:nvSpPr>
      <dsp:spPr>
        <a:xfrm rot="877270">
          <a:off x="5134378" y="4164882"/>
          <a:ext cx="975690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975690" y="65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5597831" y="4147082"/>
        <a:ext cx="48784" cy="48784"/>
      </dsp:txXfrm>
    </dsp:sp>
    <dsp:sp modelId="{806A36E2-BB57-9C48-BC5F-9ACA33E1B931}">
      <dsp:nvSpPr>
        <dsp:cNvPr id="0" name=""/>
        <dsp:cNvSpPr/>
      </dsp:nvSpPr>
      <dsp:spPr>
        <a:xfrm>
          <a:off x="6094270" y="4043472"/>
          <a:ext cx="1004589" cy="502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Intentional 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self-harm</a:t>
          </a:r>
          <a:endParaRPr lang="en-US" sz="1050" kern="1200" dirty="0"/>
        </a:p>
      </dsp:txBody>
      <dsp:txXfrm>
        <a:off x="6108982" y="4058184"/>
        <a:ext cx="975165" cy="472870"/>
      </dsp:txXfrm>
    </dsp:sp>
    <dsp:sp modelId="{2080397C-60A9-D94E-8199-7CF997F6C40E}">
      <dsp:nvSpPr>
        <dsp:cNvPr id="0" name=""/>
        <dsp:cNvSpPr/>
      </dsp:nvSpPr>
      <dsp:spPr>
        <a:xfrm rot="3506905">
          <a:off x="2724984" y="4979919"/>
          <a:ext cx="1865206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1865206" y="65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800" kern="1200"/>
        </a:p>
      </dsp:txBody>
      <dsp:txXfrm>
        <a:off x="3610957" y="4939880"/>
        <a:ext cx="93260" cy="93260"/>
      </dsp:txXfrm>
    </dsp:sp>
    <dsp:sp modelId="{659A29EA-DA69-0B48-AC90-2BC5DC06E162}">
      <dsp:nvSpPr>
        <dsp:cNvPr id="0" name=""/>
        <dsp:cNvSpPr/>
      </dsp:nvSpPr>
      <dsp:spPr>
        <a:xfrm>
          <a:off x="4145587" y="5530099"/>
          <a:ext cx="1004589" cy="502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Unintentional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injuries</a:t>
          </a:r>
          <a:endParaRPr lang="en-US" sz="1050" kern="1200" dirty="0"/>
        </a:p>
      </dsp:txBody>
      <dsp:txXfrm>
        <a:off x="4160299" y="5544811"/>
        <a:ext cx="975165" cy="472870"/>
      </dsp:txXfrm>
    </dsp:sp>
    <dsp:sp modelId="{114F8689-8DD4-464E-A4B8-2EEAEAC69229}">
      <dsp:nvSpPr>
        <dsp:cNvPr id="0" name=""/>
        <dsp:cNvSpPr/>
      </dsp:nvSpPr>
      <dsp:spPr>
        <a:xfrm rot="18965118">
          <a:off x="4966942" y="5320161"/>
          <a:ext cx="1310561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1310561" y="65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5589459" y="5293989"/>
        <a:ext cx="65528" cy="65528"/>
      </dsp:txXfrm>
    </dsp:sp>
    <dsp:sp modelId="{939AF6B4-3819-0140-A122-BCED377C3051}">
      <dsp:nvSpPr>
        <dsp:cNvPr id="0" name=""/>
        <dsp:cNvSpPr/>
      </dsp:nvSpPr>
      <dsp:spPr>
        <a:xfrm>
          <a:off x="6094270" y="4621111"/>
          <a:ext cx="1004589" cy="502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Drownings</a:t>
          </a:r>
          <a:endParaRPr lang="en-US" sz="1050" kern="1200" dirty="0"/>
        </a:p>
      </dsp:txBody>
      <dsp:txXfrm>
        <a:off x="6108982" y="4635823"/>
        <a:ext cx="975165" cy="472870"/>
      </dsp:txXfrm>
    </dsp:sp>
    <dsp:sp modelId="{4F1DD744-EA55-8048-B000-B8C587FAB291}">
      <dsp:nvSpPr>
        <dsp:cNvPr id="0" name=""/>
        <dsp:cNvSpPr/>
      </dsp:nvSpPr>
      <dsp:spPr>
        <a:xfrm rot="20439626">
          <a:off x="5121947" y="5608980"/>
          <a:ext cx="1000552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1000552" y="65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5597209" y="5590558"/>
        <a:ext cx="50027" cy="50027"/>
      </dsp:txXfrm>
    </dsp:sp>
    <dsp:sp modelId="{B535F848-288F-9340-BD31-E706D166D8ED}">
      <dsp:nvSpPr>
        <dsp:cNvPr id="0" name=""/>
        <dsp:cNvSpPr/>
      </dsp:nvSpPr>
      <dsp:spPr>
        <a:xfrm>
          <a:off x="6094270" y="5198750"/>
          <a:ext cx="1004589" cy="502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Falls</a:t>
          </a:r>
          <a:endParaRPr lang="en-US" sz="1050" kern="1200" dirty="0"/>
        </a:p>
      </dsp:txBody>
      <dsp:txXfrm>
        <a:off x="6108982" y="5213462"/>
        <a:ext cx="975165" cy="472870"/>
      </dsp:txXfrm>
    </dsp:sp>
    <dsp:sp modelId="{AAFD3B8B-5120-F34E-8D4E-EBEF2C03950D}">
      <dsp:nvSpPr>
        <dsp:cNvPr id="0" name=""/>
        <dsp:cNvSpPr/>
      </dsp:nvSpPr>
      <dsp:spPr>
        <a:xfrm rot="877270">
          <a:off x="5134378" y="5897800"/>
          <a:ext cx="975690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975690" y="65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5597831" y="5879999"/>
        <a:ext cx="48784" cy="48784"/>
      </dsp:txXfrm>
    </dsp:sp>
    <dsp:sp modelId="{1BFC8A6B-1BDF-444C-839A-E5D30F4EB9BA}">
      <dsp:nvSpPr>
        <dsp:cNvPr id="0" name=""/>
        <dsp:cNvSpPr/>
      </dsp:nvSpPr>
      <dsp:spPr>
        <a:xfrm>
          <a:off x="6094270" y="5776389"/>
          <a:ext cx="1004589" cy="502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Transport</a:t>
          </a:r>
          <a:endParaRPr lang="en-US" sz="1050" kern="1200" dirty="0"/>
        </a:p>
      </dsp:txBody>
      <dsp:txXfrm>
        <a:off x="6108982" y="5791101"/>
        <a:ext cx="975165" cy="472870"/>
      </dsp:txXfrm>
    </dsp:sp>
    <dsp:sp modelId="{A33643B7-573F-7E44-A2A2-C5D600EB621F}">
      <dsp:nvSpPr>
        <dsp:cNvPr id="0" name=""/>
        <dsp:cNvSpPr/>
      </dsp:nvSpPr>
      <dsp:spPr>
        <a:xfrm rot="2466712">
          <a:off x="4995691" y="6186620"/>
          <a:ext cx="1253065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1253065" y="659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700" kern="1200"/>
        </a:p>
      </dsp:txBody>
      <dsp:txXfrm>
        <a:off x="5590897" y="6161885"/>
        <a:ext cx="62653" cy="62653"/>
      </dsp:txXfrm>
    </dsp:sp>
    <dsp:sp modelId="{A63AC746-3CA6-A544-8C8A-B536AD7E8A71}">
      <dsp:nvSpPr>
        <dsp:cNvPr id="0" name=""/>
        <dsp:cNvSpPr/>
      </dsp:nvSpPr>
      <dsp:spPr>
        <a:xfrm>
          <a:off x="6094270" y="6354029"/>
          <a:ext cx="1004589" cy="502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Other unintentional injuries</a:t>
          </a:r>
          <a:endParaRPr lang="en-US" sz="1050" kern="1200" dirty="0"/>
        </a:p>
      </dsp:txBody>
      <dsp:txXfrm>
        <a:off x="6108982" y="6368741"/>
        <a:ext cx="975165" cy="472870"/>
      </dsp:txXfrm>
    </dsp:sp>
    <dsp:sp modelId="{49A06816-3554-2F49-9D10-C52C6DA68B90}">
      <dsp:nvSpPr>
        <dsp:cNvPr id="0" name=""/>
        <dsp:cNvSpPr/>
      </dsp:nvSpPr>
      <dsp:spPr>
        <a:xfrm rot="3853348">
          <a:off x="453338" y="4653515"/>
          <a:ext cx="2415434" cy="13183"/>
        </a:xfrm>
        <a:custGeom>
          <a:avLst/>
          <a:gdLst/>
          <a:ahLst/>
          <a:cxnLst/>
          <a:rect l="0" t="0" r="0" b="0"/>
          <a:pathLst>
            <a:path>
              <a:moveTo>
                <a:pt x="0" y="6591"/>
              </a:moveTo>
              <a:lnTo>
                <a:pt x="2415434" y="659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1600669" y="4599721"/>
        <a:ext cx="120771" cy="120771"/>
      </dsp:txXfrm>
    </dsp:sp>
    <dsp:sp modelId="{633B338A-8168-9144-8817-707D73E9915F}">
      <dsp:nvSpPr>
        <dsp:cNvPr id="0" name=""/>
        <dsp:cNvSpPr/>
      </dsp:nvSpPr>
      <dsp:spPr>
        <a:xfrm>
          <a:off x="2186265" y="5496496"/>
          <a:ext cx="1004589" cy="50229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/>
            <a:t>Other causes</a:t>
          </a:r>
          <a:endParaRPr lang="en-US" sz="1050" kern="1200" dirty="0"/>
        </a:p>
      </dsp:txBody>
      <dsp:txXfrm>
        <a:off x="2200977" y="5511208"/>
        <a:ext cx="975165" cy="4728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C08EB4-AE75-8442-A625-90E5EF451E3D}" type="datetimeFigureOut">
              <a:rPr lang="en-US" smtClean="0"/>
              <a:t>4/1/19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9626F-77FA-D94F-B5FC-88F12A4673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212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19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37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356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474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593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12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830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49" algn="l" defTabSz="9142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9626F-77FA-D94F-B5FC-88F12A4673B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177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9626F-77FA-D94F-B5FC-88F12A4673B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548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9626F-77FA-D94F-B5FC-88F12A4673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769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028950" y="857250"/>
            <a:ext cx="3086100" cy="231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C9626F-77FA-D94F-B5FC-88F12A4673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69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7610A-4327-AB4B-80D6-4FB86944F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C5A32E-6298-7D4C-BC9A-E8BF4236C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DA14E-63B1-884A-926B-4142609E5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4/1/19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7E101-91F0-664A-A86A-0274AE0FC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B4E7F-4055-A042-A6E4-1AACA7A3F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77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EB57E-D53E-514A-904E-F9825DFC0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81B40-7642-7D4A-92DA-F76FB58C2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053B3-2953-3E42-BE2B-24C61AA44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4/1/19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59B4C-24EC-F94E-B423-C214FEF06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EE4B0-F7D0-1947-BC17-AC218089C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21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1BEA4-E0FA-6041-B405-595BA1143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020E44-0D4B-9C4D-B6B3-60AE4D1541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16BEE-1D51-6742-BC5D-AB7919441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4/1/19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02E60-C9B0-CA40-B397-B97A1B749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A774E-BA22-E141-8A97-9713222A9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7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C13CA-4C22-DC4B-8B1D-BE4B6A65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2268B-ADE9-2A47-BCDC-4A1183BD6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75CDC-70D3-F34D-862E-E5040A177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2CB74-577D-4B4C-8C92-0B6D2885F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4/1/19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5293DB-B822-D943-BA12-D761FD745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3D74D-A36B-D640-93B3-D4D3F574A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860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93DEE-FB69-0E40-9AF4-742177FD4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5DCE8-B54B-4B4A-B111-03A6C1CF34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ACD99-8C22-5148-9200-A23FDF530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4CB3E-758E-744A-A170-994CD94C3C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74599-A715-774A-83F6-5C4A22A43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F18C69-7553-7940-AEE1-8861EDDD4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4/1/19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B13209-C0A7-244B-9946-84A2E6324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F41FC-5716-AC47-8073-14E9AFD39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42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B4D2-FEBD-0946-8666-293FD265F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7DDD26-79FA-0346-AF66-F7AC944B4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4/1/19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16EBED-BEE1-E947-AF74-DAD7578FA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5C13C7-2B44-2C47-9CF2-9F25B66C6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155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1FAA8-6B4B-6543-9D8A-B24D883D4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4/1/19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49D62E-6420-1040-93AD-EDBF251F8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9F285-CB5C-7541-BE8D-003953FA3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33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90362-0BCA-B343-A073-9D87B336F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67464-9AF2-F547-941B-64E3A7073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98C31-2399-9140-A69B-6D4387F8C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83989-208A-D64A-8306-8BF0E0988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4/1/19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5F4F32-E3C1-3140-8794-7DB130F4D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644DB-1533-8244-ACB0-C273D5A28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679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C829-3918-6240-A244-57BA57BCE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4ECB79-5DD2-1945-AC82-FE95EB24EF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980729-3E22-9C46-9BFD-ED771FBD5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FC78-1E86-E446-9D36-1AC058EE7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4/1/19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B663F-36B6-C24E-9AC9-07611230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F8FEE-BC94-6544-8E4F-D2B0C9187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43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6A559-F35D-0B4F-8779-C1B6A7227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2C508-1900-F144-8B3B-DCE87BC56F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92796-6504-7449-BF35-80545E97C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4/1/19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5D169-AF39-9B46-9313-3E4C517B1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6B015-115F-0C47-8330-3B9FD6C54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9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46C1DB-DE4E-8440-8721-219A6FE886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F7E7B4-BD72-9C4D-88E0-D08526C7B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3AB98-4A3C-F84C-BA03-7BCCCD1DF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CC04-B799-524D-B039-46A0DB3E8731}" type="datetimeFigureOut">
              <a:rPr lang="en-US" smtClean="0"/>
              <a:t>4/1/19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37145-5CA1-E944-BE1D-40269AE6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FEFE-2CB0-1940-8146-E035893E8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620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2280A7-AA23-8448-8A6F-3544E2FF2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D1548-5D9C-2E48-9C1B-2E26DF132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16C813-E97B-B449-911B-3B3BD8064F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5CC04-B799-524D-B039-46A0DB3E8731}" type="datetimeFigureOut">
              <a:rPr lang="en-US" smtClean="0"/>
              <a:t>4/1/19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D953FA-77F8-DD4F-922B-A71BEE7B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134DE-442B-1042-9614-9101CC0283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8F8E0-50C4-2B4A-871E-5446E1E59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5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5D82659-D9C4-FA44-AD2F-EB43C2E521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300293"/>
              </p:ext>
            </p:extLst>
          </p:nvPr>
        </p:nvGraphicFramePr>
        <p:xfrm>
          <a:off x="648586" y="0"/>
          <a:ext cx="7676707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47487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36530" y="1014907"/>
            <a:ext cx="870944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All causes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7085" y="1713711"/>
            <a:ext cx="730811" cy="507831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Cancers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730" y="1713710"/>
            <a:ext cx="204152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Cardiorespiratory diseases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4635" y="1703215"/>
            <a:ext cx="707246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Injuries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9344" y="1703215"/>
            <a:ext cx="1103379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Other causes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5294" y="2497420"/>
            <a:ext cx="1152624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Unintentional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4602" y="2497420"/>
            <a:ext cx="953852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Intentional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1823" y="3307159"/>
            <a:ext cx="8597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7591" y="3290500"/>
            <a:ext cx="49096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6882" y="3785257"/>
            <a:ext cx="93455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Drownings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2411" y="3785259"/>
            <a:ext cx="1583832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Other unintentional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Injuries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7345" y="3307159"/>
            <a:ext cx="86607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Self-harm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3850" y="3307159"/>
            <a:ext cx="691216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Assault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4572000" y="1291905"/>
            <a:ext cx="0" cy="295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/>
          </p:cNvCxnSpPr>
          <p:nvPr/>
        </p:nvCxnSpPr>
        <p:spPr>
          <a:xfrm>
            <a:off x="4572001" y="1567280"/>
            <a:ext cx="36974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cxnSpLocks/>
          </p:cNvCxnSpPr>
          <p:nvPr/>
        </p:nvCxnSpPr>
        <p:spPr>
          <a:xfrm flipH="1">
            <a:off x="486440" y="1566351"/>
            <a:ext cx="40636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2CC05ED1-407B-6A40-BA11-8668BFD97FC8}"/>
              </a:ext>
            </a:extLst>
          </p:cNvPr>
          <p:cNvSpPr txBox="1"/>
          <p:nvPr/>
        </p:nvSpPr>
        <p:spPr>
          <a:xfrm>
            <a:off x="279278" y="2242126"/>
            <a:ext cx="1217706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Cardiovascular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2E1650F-6B4A-1A4E-8020-E92ECC70D18F}"/>
              </a:ext>
            </a:extLst>
          </p:cNvPr>
          <p:cNvSpPr txBox="1"/>
          <p:nvPr/>
        </p:nvSpPr>
        <p:spPr>
          <a:xfrm>
            <a:off x="2342274" y="2587997"/>
            <a:ext cx="988412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Respiratory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infections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3BCE0AC-3B31-1747-9EEF-F75B8121CA64}"/>
              </a:ext>
            </a:extLst>
          </p:cNvPr>
          <p:cNvSpPr txBox="1"/>
          <p:nvPr/>
        </p:nvSpPr>
        <p:spPr>
          <a:xfrm>
            <a:off x="-11382" y="3186628"/>
            <a:ext cx="1300356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 err="1">
                <a:solidFill>
                  <a:schemeClr val="bg1"/>
                </a:solidFill>
              </a:rPr>
              <a:t>Ischeamic</a:t>
            </a:r>
            <a:r>
              <a:rPr lang="en-US" sz="1350" dirty="0">
                <a:solidFill>
                  <a:schemeClr val="bg1"/>
                </a:solidFill>
              </a:rPr>
              <a:t> heart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1AAA472-66B2-6A4B-96F0-1693E70DD494}"/>
              </a:ext>
            </a:extLst>
          </p:cNvPr>
          <p:cNvSpPr txBox="1"/>
          <p:nvPr/>
        </p:nvSpPr>
        <p:spPr>
          <a:xfrm>
            <a:off x="7981" y="3833122"/>
            <a:ext cx="1364028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Cerebrovascular 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14382E4-1E72-CE42-B958-C4431CDB123C}"/>
              </a:ext>
            </a:extLst>
          </p:cNvPr>
          <p:cNvSpPr txBox="1"/>
          <p:nvPr/>
        </p:nvSpPr>
        <p:spPr>
          <a:xfrm>
            <a:off x="1545837" y="3197099"/>
            <a:ext cx="1592872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Chronic obstructive 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pulmonary disease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4785F22-2A4A-5C40-97D4-706F5F5B1FBB}"/>
              </a:ext>
            </a:extLst>
          </p:cNvPr>
          <p:cNvSpPr txBox="1"/>
          <p:nvPr/>
        </p:nvSpPr>
        <p:spPr>
          <a:xfrm>
            <a:off x="1544828" y="3785257"/>
            <a:ext cx="1714059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Respiratory infections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E823727-D5FB-CF4B-A664-01D8A3117FA4}"/>
              </a:ext>
            </a:extLst>
          </p:cNvPr>
          <p:cNvSpPr txBox="1"/>
          <p:nvPr/>
        </p:nvSpPr>
        <p:spPr>
          <a:xfrm>
            <a:off x="-51884" y="4421247"/>
            <a:ext cx="1647503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Other cardiovascular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3732253-9019-6F42-B752-C8F73A718253}"/>
              </a:ext>
            </a:extLst>
          </p:cNvPr>
          <p:cNvSpPr txBox="1"/>
          <p:nvPr/>
        </p:nvSpPr>
        <p:spPr>
          <a:xfrm>
            <a:off x="1685858" y="4236179"/>
            <a:ext cx="1405899" cy="507831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Other respiratory</a:t>
            </a:r>
          </a:p>
          <a:p>
            <a:pPr algn="ctr"/>
            <a:r>
              <a:rPr lang="en-US" sz="1350" dirty="0">
                <a:solidFill>
                  <a:schemeClr val="bg1"/>
                </a:solidFill>
              </a:rPr>
              <a:t>diseases</a:t>
            </a:r>
          </a:p>
        </p:txBody>
      </p:sp>
    </p:spTree>
    <p:extLst>
      <p:ext uri="{BB962C8B-B14F-4D97-AF65-F5344CB8AC3E}">
        <p14:creationId xmlns:p14="http://schemas.microsoft.com/office/powerpoint/2010/main" val="3093055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70193" y="1014907"/>
            <a:ext cx="80361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All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0494" y="1719515"/>
            <a:ext cx="673582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Cancer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739" y="1719515"/>
            <a:ext cx="1413144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Cardiorespiratory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8492" y="1719515"/>
            <a:ext cx="70724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Injuries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694" y="1719515"/>
            <a:ext cx="59663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0926" y="2424124"/>
            <a:ext cx="11526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Unintentional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3141" y="2424124"/>
            <a:ext cx="95385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Intentional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411" y="3288675"/>
            <a:ext cx="8597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6328" y="3288675"/>
            <a:ext cx="49096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404" y="3288675"/>
            <a:ext cx="86722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Drowning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9101" y="3288675"/>
            <a:ext cx="59663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Other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8864" y="3286521"/>
            <a:ext cx="86607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Self-harm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88259" y="3305166"/>
            <a:ext cx="69121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Assault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4572000" y="1291905"/>
            <a:ext cx="0" cy="295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572001" y="1567281"/>
            <a:ext cx="1980929" cy="1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1893200" y="1566353"/>
            <a:ext cx="2656870" cy="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1893201" y="1587584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5030893" y="1996515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5445487" y="1996514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5038082" y="2699848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V="1">
            <a:off x="5851689" y="3141662"/>
            <a:ext cx="185889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1108476" y="3126182"/>
            <a:ext cx="3903339" cy="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3574316" y="1587584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5275709" y="1566352"/>
            <a:ext cx="8617" cy="153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6545507" y="159627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1136201" y="315610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2024094" y="3141926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3018816" y="3152252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4065915" y="3133020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5634474" y="3141662"/>
            <a:ext cx="1" cy="144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7710582" y="3133020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5851689" y="2698571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5640061" y="3141719"/>
            <a:ext cx="2027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99414" y="3765425"/>
            <a:ext cx="686406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Pedestrian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2986" y="3776052"/>
            <a:ext cx="48442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Cyclist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23" y="4014501"/>
            <a:ext cx="771365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Motorcyclist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505" y="4014501"/>
            <a:ext cx="84189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Motor vehicle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100" y="4264601"/>
            <a:ext cx="458780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1139913" y="3588443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304208" y="3601944"/>
            <a:ext cx="1587294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Fire, heat, and hot substances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32966" y="4588028"/>
            <a:ext cx="157927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Unintentional firearm injuries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04208" y="3844028"/>
            <a:ext cx="160492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gases and vapors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62086" y="4087135"/>
            <a:ext cx="127470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pesticides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37071" y="4335914"/>
            <a:ext cx="1401346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other means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62085" y="4820761"/>
            <a:ext cx="138691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Unintentional suffocation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50006" y="5056271"/>
            <a:ext cx="191270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 exposure to mechanical forces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90427" y="5289780"/>
            <a:ext cx="193033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Adverse effects of medical treatment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94241" y="5528131"/>
            <a:ext cx="1449614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Venomous animal contact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82849" y="5539056"/>
            <a:ext cx="1600620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Non-venomous animal contact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653801" y="5142600"/>
            <a:ext cx="144961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Pulmonary aspiration and foreign body in airway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62954" y="5774444"/>
            <a:ext cx="1148233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Foreign body in eyes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082539" y="5785230"/>
            <a:ext cx="1666886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Foreign body in other body part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21482" y="5289780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 unintentional injuries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76947" y="3599338"/>
            <a:ext cx="115448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Self-harm by firearm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58703" y="3841421"/>
            <a:ext cx="1846980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Self-harm by other specified means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35835" y="3616499"/>
            <a:ext cx="1035861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firearm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135835" y="3858583"/>
            <a:ext cx="155202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other sharp object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38205" y="4100066"/>
            <a:ext cx="128272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other means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38205" y="4342150"/>
            <a:ext cx="1950617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Collective violence and legal intervention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21481" y="4900504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Exposure to forces of nature, disaster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833494" y="5601319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Exposure to forces of nature, non-disaster</a:t>
            </a:r>
          </a:p>
        </p:txBody>
      </p:sp>
    </p:spTree>
    <p:extLst>
      <p:ext uri="{BB962C8B-B14F-4D97-AF65-F5344CB8AC3E}">
        <p14:creationId xmlns:p14="http://schemas.microsoft.com/office/powerpoint/2010/main" val="1288983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170193" y="1014907"/>
            <a:ext cx="80361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350" dirty="0">
                <a:solidFill>
                  <a:schemeClr val="bg1"/>
                </a:solidFill>
              </a:rPr>
              <a:t>All 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0494" y="1719515"/>
            <a:ext cx="673582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Cancer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5739" y="1719515"/>
            <a:ext cx="1413144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Cardiorespiratory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8492" y="1719515"/>
            <a:ext cx="70724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Injuries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694" y="1719515"/>
            <a:ext cx="59663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40926" y="2424124"/>
            <a:ext cx="11526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Unintentional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3141" y="2424124"/>
            <a:ext cx="95385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Intentional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411" y="3288675"/>
            <a:ext cx="859723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Transport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6328" y="3288675"/>
            <a:ext cx="490968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Falls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5404" y="3288675"/>
            <a:ext cx="86722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Drowning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4739" y="3288675"/>
            <a:ext cx="1579022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Unintentional other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98864" y="3286521"/>
            <a:ext cx="866071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>
                <a:solidFill>
                  <a:schemeClr val="bg1"/>
                </a:solidFill>
              </a:rPr>
              <a:t>Self-harm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93666" y="3305166"/>
            <a:ext cx="691215" cy="30008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Assault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>
            <a:off x="4572000" y="1291905"/>
            <a:ext cx="0" cy="2956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572001" y="1567281"/>
            <a:ext cx="1980929" cy="1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>
            <a:off x="1893200" y="1566353"/>
            <a:ext cx="2656870" cy="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>
            <a:off x="1893201" y="1587584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 flipH="1">
            <a:off x="5030893" y="1996515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H="1">
            <a:off x="5445487" y="1996514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>
            <a:off x="5038082" y="2699848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5851688" y="3141663"/>
            <a:ext cx="3040064" cy="10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1108476" y="3126182"/>
            <a:ext cx="3903339" cy="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flipH="1">
            <a:off x="3574316" y="1587584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>
            <a:off x="5275709" y="1566352"/>
            <a:ext cx="8617" cy="153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/>
          <p:nvPr/>
        </p:nvCxnSpPr>
        <p:spPr>
          <a:xfrm flipH="1">
            <a:off x="6545507" y="159627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1136201" y="315610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2024094" y="3141926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/>
          <p:nvPr/>
        </p:nvCxnSpPr>
        <p:spPr>
          <a:xfrm flipH="1">
            <a:off x="3018816" y="3152252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/>
          <p:nvPr/>
        </p:nvCxnSpPr>
        <p:spPr>
          <a:xfrm flipH="1">
            <a:off x="4065915" y="3133020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>
            <a:off x="5634474" y="3141662"/>
            <a:ext cx="1" cy="144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/>
          <p:cNvCxnSpPr/>
          <p:nvPr/>
        </p:nvCxnSpPr>
        <p:spPr>
          <a:xfrm flipH="1">
            <a:off x="7710582" y="3133020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flipH="1">
            <a:off x="5851689" y="2698571"/>
            <a:ext cx="1277" cy="427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H="1">
            <a:off x="5640061" y="3141719"/>
            <a:ext cx="2027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99414" y="3765425"/>
            <a:ext cx="686406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Pedestrian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2986" y="3776052"/>
            <a:ext cx="48442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Cyclist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23" y="4014501"/>
            <a:ext cx="771365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Motorcyclist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0505" y="4014501"/>
            <a:ext cx="84189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Motor vehicle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4100" y="4264601"/>
            <a:ext cx="458780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1139913" y="3588443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3304208" y="3601944"/>
            <a:ext cx="1587294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Fire, heat, and hot substances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32966" y="4588028"/>
            <a:ext cx="157927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Unintentional firearm injuries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04208" y="3844028"/>
            <a:ext cx="160492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gases and vapors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62086" y="4087135"/>
            <a:ext cx="127470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pesticides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37071" y="4335914"/>
            <a:ext cx="1401346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Poisoning by other means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62085" y="4820761"/>
            <a:ext cx="138691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Unintentional suffocation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50006" y="5056271"/>
            <a:ext cx="191270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 exposure to mechanical forces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90427" y="5289780"/>
            <a:ext cx="1930337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Adverse effects of medical treatment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594241" y="5528131"/>
            <a:ext cx="1449614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Venomous animal contact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082849" y="5539056"/>
            <a:ext cx="1600620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Non-venomous animal contact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653801" y="5142600"/>
            <a:ext cx="144961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Pulmonary aspiration and foreign body in airway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62954" y="5774444"/>
            <a:ext cx="1148233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Foreign body in eyes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082539" y="5785230"/>
            <a:ext cx="1666886" cy="2308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Foreign body in other body part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121482" y="5289780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Other unintentional injuries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76947" y="3599338"/>
            <a:ext cx="115448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Self-harm by firearm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58703" y="3841421"/>
            <a:ext cx="1846980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Self-harm by other specified means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41244" y="3616499"/>
            <a:ext cx="1035861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firearm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57008" y="3858583"/>
            <a:ext cx="1552028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other sharp object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38205" y="4100066"/>
            <a:ext cx="1282723" cy="230832"/>
          </a:xfrm>
          <a:prstGeom prst="rect">
            <a:avLst/>
          </a:prstGeom>
          <a:solidFill>
            <a:schemeClr val="accent5"/>
          </a:solidFill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Assault by other means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93383" y="4727379"/>
            <a:ext cx="1950617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FF00"/>
                </a:solidFill>
              </a:rPr>
              <a:t>Collective violence and legal intervention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21481" y="4900504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bg1"/>
                </a:solidFill>
              </a:rPr>
              <a:t>Exposure to forces of nature, disaster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833494" y="5601319"/>
            <a:ext cx="1424024" cy="369332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Exposure to forces of nature, non-disaster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42837" y="3236217"/>
            <a:ext cx="1109046" cy="507831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Intentional other</a:t>
            </a:r>
          </a:p>
        </p:txBody>
      </p:sp>
      <p:cxnSp>
        <p:nvCxnSpPr>
          <p:cNvPr id="70" name="Straight Arrow Connector 69"/>
          <p:cNvCxnSpPr/>
          <p:nvPr/>
        </p:nvCxnSpPr>
        <p:spPr>
          <a:xfrm flipH="1">
            <a:off x="8883217" y="3160895"/>
            <a:ext cx="7423" cy="131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H="1">
            <a:off x="8984915" y="3720374"/>
            <a:ext cx="1430" cy="1017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95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Words>326</Words>
  <Application>Microsoft Macintosh PowerPoint</Application>
  <PresentationFormat>On-screen Show (4:3)</PresentationFormat>
  <Paragraphs>138</Paragraphs>
  <Slides>4</Slides>
  <Notes>4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Parks, Robbie M</dc:creator>
  <cp:lastModifiedBy>Robbie Parks</cp:lastModifiedBy>
  <cp:revision>56</cp:revision>
  <dcterms:created xsi:type="dcterms:W3CDTF">2018-04-12T10:02:11Z</dcterms:created>
  <dcterms:modified xsi:type="dcterms:W3CDTF">2019-04-01T14:50:58Z</dcterms:modified>
</cp:coreProperties>
</file>