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"/>
  </p:notesMasterIdLst>
  <p:sldIdLst>
    <p:sldId id="259" r:id="rId2"/>
    <p:sldId id="258" r:id="rId3"/>
    <p:sldId id="256" r:id="rId4"/>
    <p:sldId id="257" r:id="rId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9861"/>
    <a:srgbClr val="1B9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90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1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272B28-2167-2042-B260-FCCD11CEC785}" type="doc">
      <dgm:prSet loTypeId="urn:microsoft.com/office/officeart/2005/8/layout/hierarchy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DB04CB-710B-7E46-ABD5-A4793BE9B39A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600" dirty="0"/>
            <a:t>All causes</a:t>
          </a:r>
        </a:p>
      </dgm:t>
    </dgm:pt>
    <dgm:pt modelId="{1BDD6E46-6A34-A443-8111-D18D7981A72F}" type="parTrans" cxnId="{DED1E7E7-1400-4A43-9FF3-C5239BEE5410}">
      <dgm:prSet/>
      <dgm:spPr/>
      <dgm:t>
        <a:bodyPr/>
        <a:lstStyle/>
        <a:p>
          <a:pPr algn="ctr"/>
          <a:endParaRPr lang="en-US"/>
        </a:p>
      </dgm:t>
    </dgm:pt>
    <dgm:pt modelId="{AA9D8DF2-2F62-5241-B65A-3721304B36CF}" type="sibTrans" cxnId="{DED1E7E7-1400-4A43-9FF3-C5239BEE5410}">
      <dgm:prSet/>
      <dgm:spPr/>
      <dgm:t>
        <a:bodyPr/>
        <a:lstStyle/>
        <a:p>
          <a:pPr algn="ctr"/>
          <a:endParaRPr lang="en-US"/>
        </a:p>
      </dgm:t>
    </dgm:pt>
    <dgm:pt modelId="{E123BFD8-C82B-6E48-9279-78984B953AE1}" type="asst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900" dirty="0"/>
            <a:t>Cardiorespiratory diseases</a:t>
          </a:r>
        </a:p>
      </dgm:t>
    </dgm:pt>
    <dgm:pt modelId="{BA066FB3-4D66-C14E-B04C-0043D3FBA0AB}" type="parTrans" cxnId="{A3D2B85E-B2D9-5A4A-AFAC-FA8E51A7F072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900"/>
        </a:p>
      </dgm:t>
    </dgm:pt>
    <dgm:pt modelId="{9DE3473E-B6FB-0F4D-830C-4B30BE16653D}" type="sibTrans" cxnId="{A3D2B85E-B2D9-5A4A-AFAC-FA8E51A7F072}">
      <dgm:prSet/>
      <dgm:spPr/>
      <dgm:t>
        <a:bodyPr/>
        <a:lstStyle/>
        <a:p>
          <a:pPr algn="ctr"/>
          <a:endParaRPr lang="en-US"/>
        </a:p>
      </dgm:t>
    </dgm:pt>
    <dgm:pt modelId="{0F7D0476-F7B8-E043-8F1A-BE4956E9439C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Injuries</a:t>
          </a:r>
        </a:p>
      </dgm:t>
    </dgm:pt>
    <dgm:pt modelId="{9E6C6813-34CE-1546-A852-EF5399136707}" type="parTrans" cxnId="{237D8D55-7B58-B040-BCCB-F22B6E414D78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EB314C63-E66B-374E-A944-C6A0FF4E49DD}" type="sibTrans" cxnId="{237D8D55-7B58-B040-BCCB-F22B6E414D78}">
      <dgm:prSet/>
      <dgm:spPr/>
      <dgm:t>
        <a:bodyPr/>
        <a:lstStyle/>
        <a:p>
          <a:pPr algn="ctr"/>
          <a:endParaRPr lang="en-US"/>
        </a:p>
      </dgm:t>
    </dgm:pt>
    <dgm:pt modelId="{93DBBE0D-AE85-5243-B3B9-95779E340AAA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Other causes</a:t>
          </a:r>
        </a:p>
      </dgm:t>
    </dgm:pt>
    <dgm:pt modelId="{1AC9C5DC-0A0A-8B48-A8FC-1DE84C021726}" type="parTrans" cxnId="{F5DF19C7-2C8A-8A47-8C2A-DD71C6053CC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900"/>
        </a:p>
      </dgm:t>
    </dgm:pt>
    <dgm:pt modelId="{5BDE7DD1-BC90-894C-B28A-A59B3C87264B}" type="sibTrans" cxnId="{F5DF19C7-2C8A-8A47-8C2A-DD71C6053CC3}">
      <dgm:prSet/>
      <dgm:spPr/>
      <dgm:t>
        <a:bodyPr/>
        <a:lstStyle/>
        <a:p>
          <a:pPr algn="ctr"/>
          <a:endParaRPr lang="en-US"/>
        </a:p>
      </dgm:t>
    </dgm:pt>
    <dgm:pt modelId="{9ACAF35F-93F2-8D4F-BF64-D0C1BC0F17CB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Cardiovascular diseases</a:t>
          </a:r>
        </a:p>
      </dgm:t>
    </dgm:pt>
    <dgm:pt modelId="{30F6F2FD-8BD9-C245-9B5A-10B14576D9E3}" type="parTrans" cxnId="{E24E0DA3-6C4D-D347-9CD6-65BFE653A5D5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1EFA47B6-6557-EF4F-A24F-A206426069C7}" type="sibTrans" cxnId="{E24E0DA3-6C4D-D347-9CD6-65BFE653A5D5}">
      <dgm:prSet/>
      <dgm:spPr/>
      <dgm:t>
        <a:bodyPr/>
        <a:lstStyle/>
        <a:p>
          <a:pPr algn="ctr"/>
          <a:endParaRPr lang="en-US"/>
        </a:p>
      </dgm:t>
    </dgm:pt>
    <dgm:pt modelId="{1EB42666-7243-7248-BCEF-4E1799628BD3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Respiratory diseases</a:t>
          </a:r>
        </a:p>
      </dgm:t>
    </dgm:pt>
    <dgm:pt modelId="{11293D5D-DAFB-DC41-B1C1-F3493CCDA6BC}" type="parTrans" cxnId="{954E3453-1258-AF46-B8C7-EEE60D0CB881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900"/>
        </a:p>
      </dgm:t>
    </dgm:pt>
    <dgm:pt modelId="{C51D3218-48CA-D342-B284-716FBA8D059D}" type="sibTrans" cxnId="{954E3453-1258-AF46-B8C7-EEE60D0CB881}">
      <dgm:prSet/>
      <dgm:spPr/>
      <dgm:t>
        <a:bodyPr/>
        <a:lstStyle/>
        <a:p>
          <a:pPr algn="ctr"/>
          <a:endParaRPr lang="en-US"/>
        </a:p>
      </dgm:t>
    </dgm:pt>
    <dgm:pt modelId="{4D05A949-8CF5-AE45-AC57-ED1DC5CC511E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900" dirty="0"/>
            <a:t>Cerebrovascular disease</a:t>
          </a:r>
        </a:p>
      </dgm:t>
    </dgm:pt>
    <dgm:pt modelId="{BE12F2BC-7FE8-4443-90DA-D47A0C5C101E}" type="parTrans" cxnId="{0F0038FF-9CC3-FF4D-958D-E3233B5E6677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32E35D90-A061-FA40-9599-16B3BA673BA6}" type="sibTrans" cxnId="{0F0038FF-9CC3-FF4D-958D-E3233B5E6677}">
      <dgm:prSet/>
      <dgm:spPr/>
      <dgm:t>
        <a:bodyPr/>
        <a:lstStyle/>
        <a:p>
          <a:pPr algn="ctr"/>
          <a:endParaRPr lang="en-US"/>
        </a:p>
      </dgm:t>
    </dgm:pt>
    <dgm:pt modelId="{434A1D36-6AD2-7D40-A3D9-FF5EBD62206B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 err="1"/>
            <a:t>Ischaemic</a:t>
          </a:r>
          <a:r>
            <a:rPr lang="en-US" sz="1050" dirty="0"/>
            <a:t> heart disease</a:t>
          </a:r>
        </a:p>
      </dgm:t>
    </dgm:pt>
    <dgm:pt modelId="{30351A67-27F6-8149-A470-235BFF145768}" type="parTrans" cxnId="{6BB52B06-20CD-464E-BA23-CD02D3D9342A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F3EE32B3-750B-1C40-822A-5E9A1DB03851}" type="sibTrans" cxnId="{6BB52B06-20CD-464E-BA23-CD02D3D9342A}">
      <dgm:prSet/>
      <dgm:spPr/>
      <dgm:t>
        <a:bodyPr/>
        <a:lstStyle/>
        <a:p>
          <a:pPr algn="ctr"/>
          <a:endParaRPr lang="en-US"/>
        </a:p>
      </dgm:t>
    </dgm:pt>
    <dgm:pt modelId="{9EAC90BB-DF30-BA4B-96E6-D8C9105BAA97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Other heart diseases</a:t>
          </a:r>
        </a:p>
      </dgm:t>
    </dgm:pt>
    <dgm:pt modelId="{3D99DA8E-1AF7-0D49-84B3-944A39AC7289}" type="parTrans" cxnId="{B9127061-8354-F24C-8932-68988F05D049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E0D33A07-4551-2C41-A77E-816BA4E85E57}" type="sibTrans" cxnId="{B9127061-8354-F24C-8932-68988F05D049}">
      <dgm:prSet/>
      <dgm:spPr/>
      <dgm:t>
        <a:bodyPr/>
        <a:lstStyle/>
        <a:p>
          <a:pPr algn="ctr"/>
          <a:endParaRPr lang="en-US"/>
        </a:p>
      </dgm:t>
    </dgm:pt>
    <dgm:pt modelId="{E7CD54D1-48F9-2842-A99B-80B0054843D5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800" dirty="0"/>
            <a:t>Chronic obstructive pulmonary disease</a:t>
          </a:r>
        </a:p>
      </dgm:t>
    </dgm:pt>
    <dgm:pt modelId="{8CE0E17C-4773-C740-BCEC-85806D4AC7A8}" type="parTrans" cxnId="{60FEBDA1-AF21-AA47-BF27-55F42DFE7AA0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8168C9EA-B323-A04E-8F46-4E6832FF2EAE}" type="sibTrans" cxnId="{60FEBDA1-AF21-AA47-BF27-55F42DFE7AA0}">
      <dgm:prSet/>
      <dgm:spPr/>
      <dgm:t>
        <a:bodyPr/>
        <a:lstStyle/>
        <a:p>
          <a:pPr algn="ctr"/>
          <a:endParaRPr lang="en-US"/>
        </a:p>
      </dgm:t>
    </dgm:pt>
    <dgm:pt modelId="{776FC38A-F125-6849-84C7-635A716535C7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Respiratory infections</a:t>
          </a:r>
        </a:p>
      </dgm:t>
    </dgm:pt>
    <dgm:pt modelId="{FB81FBFF-8F28-6049-ABC0-B90529D8A531}" type="parTrans" cxnId="{A91C4FC2-720E-E74F-8E83-CB4DC1621522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10DA7F86-5123-7B4C-B723-D39ABF38F1B1}" type="sibTrans" cxnId="{A91C4FC2-720E-E74F-8E83-CB4DC1621522}">
      <dgm:prSet/>
      <dgm:spPr/>
      <dgm:t>
        <a:bodyPr/>
        <a:lstStyle/>
        <a:p>
          <a:pPr algn="ctr"/>
          <a:endParaRPr lang="en-US"/>
        </a:p>
      </dgm:t>
    </dgm:pt>
    <dgm:pt modelId="{F440724A-895E-4046-863C-CBEC4BBAEF97}" type="asst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Other respiratory diseases</a:t>
          </a:r>
        </a:p>
      </dgm:t>
    </dgm:pt>
    <dgm:pt modelId="{82E7C191-58AA-AD4C-8193-C816277482E7}" type="parTrans" cxnId="{9900E9E6-3806-1844-812C-27B763EF16B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0B53EBED-DC4E-C14E-8F4F-1281C5FCF6C0}" type="sibTrans" cxnId="{9900E9E6-3806-1844-812C-27B763EF16B3}">
      <dgm:prSet/>
      <dgm:spPr/>
      <dgm:t>
        <a:bodyPr/>
        <a:lstStyle/>
        <a:p>
          <a:pPr algn="ctr"/>
          <a:endParaRPr lang="en-US"/>
        </a:p>
      </dgm:t>
    </dgm:pt>
    <dgm:pt modelId="{C746AD0C-E010-3F44-97D9-02C997BC90D7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Intentional </a:t>
          </a:r>
        </a:p>
        <a:p>
          <a:pPr algn="ctr"/>
          <a:r>
            <a:rPr lang="en-US" sz="1050" dirty="0"/>
            <a:t>injuries</a:t>
          </a:r>
        </a:p>
      </dgm:t>
    </dgm:pt>
    <dgm:pt modelId="{5C8D35C4-B84A-0346-B457-446B7DA9DC29}" type="parTrans" cxnId="{2D95C225-3886-0E4C-AC22-B886A5D5E640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FF5C7A26-6713-BD45-B150-63F4C43FDE79}" type="sibTrans" cxnId="{2D95C225-3886-0E4C-AC22-B886A5D5E640}">
      <dgm:prSet/>
      <dgm:spPr/>
      <dgm:t>
        <a:bodyPr/>
        <a:lstStyle/>
        <a:p>
          <a:pPr algn="ctr"/>
          <a:endParaRPr lang="en-US"/>
        </a:p>
      </dgm:t>
    </dgm:pt>
    <dgm:pt modelId="{64F6B637-FA0B-3141-8163-69EA0F3FBFD8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Unintentional</a:t>
          </a:r>
        </a:p>
        <a:p>
          <a:pPr algn="ctr"/>
          <a:r>
            <a:rPr lang="en-US" sz="1050" dirty="0"/>
            <a:t>injuries</a:t>
          </a:r>
        </a:p>
      </dgm:t>
    </dgm:pt>
    <dgm:pt modelId="{7350295E-07C8-5642-A6ED-D9A44C57EAAA}" type="parTrans" cxnId="{AE405112-B498-CF44-ACE3-B4657FF6F53E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800"/>
        </a:p>
      </dgm:t>
    </dgm:pt>
    <dgm:pt modelId="{E8B68650-3C39-6C42-9620-57926B52D711}" type="sibTrans" cxnId="{AE405112-B498-CF44-ACE3-B4657FF6F53E}">
      <dgm:prSet/>
      <dgm:spPr/>
      <dgm:t>
        <a:bodyPr/>
        <a:lstStyle/>
        <a:p>
          <a:pPr algn="ctr"/>
          <a:endParaRPr lang="en-US"/>
        </a:p>
      </dgm:t>
    </dgm:pt>
    <dgm:pt modelId="{B4E9252C-DF3C-DF45-8B0C-FC2B69597957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Assault</a:t>
          </a:r>
        </a:p>
      </dgm:t>
    </dgm:pt>
    <dgm:pt modelId="{83C59F1F-BEA2-7045-8E31-F132E9A1B844}" type="parTrans" cxnId="{82E3362E-A7FD-674F-BAA1-0D33056D9842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35C5427C-0DA3-EF41-A35D-9F16DFAE1A31}" type="sibTrans" cxnId="{82E3362E-A7FD-674F-BAA1-0D33056D9842}">
      <dgm:prSet/>
      <dgm:spPr/>
      <dgm:t>
        <a:bodyPr/>
        <a:lstStyle/>
        <a:p>
          <a:pPr algn="ctr"/>
          <a:endParaRPr lang="en-US"/>
        </a:p>
      </dgm:t>
    </dgm:pt>
    <dgm:pt modelId="{A1AFBFF4-7DA5-C240-BF7D-DC6625D1A415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Intentional </a:t>
          </a:r>
        </a:p>
        <a:p>
          <a:pPr algn="ctr"/>
          <a:r>
            <a:rPr lang="en-US" sz="1050" dirty="0"/>
            <a:t>self-harm</a:t>
          </a:r>
        </a:p>
      </dgm:t>
    </dgm:pt>
    <dgm:pt modelId="{35D8F08D-2202-6A46-94E9-1362AA17605B}" type="parTrans" cxnId="{1BFD10AD-03E6-D042-8E34-AC81FFD6853B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50EF97F3-D63D-0C46-8868-2B58D6303D29}" type="sibTrans" cxnId="{1BFD10AD-03E6-D042-8E34-AC81FFD6853B}">
      <dgm:prSet/>
      <dgm:spPr/>
      <dgm:t>
        <a:bodyPr/>
        <a:lstStyle/>
        <a:p>
          <a:pPr algn="ctr"/>
          <a:endParaRPr lang="en-US"/>
        </a:p>
      </dgm:t>
    </dgm:pt>
    <dgm:pt modelId="{B7EBCAAA-4198-5947-A6D1-E25E02A4F59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Drownings</a:t>
          </a:r>
        </a:p>
      </dgm:t>
    </dgm:pt>
    <dgm:pt modelId="{99572264-C86E-8A42-8D9C-3A65A20A2E3F}" type="parTrans" cxnId="{9A1CEDA1-3CA4-BB45-AF74-EFCAB0EB0368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E95EDB19-35D0-944D-8C63-9517469BA21F}" type="sibTrans" cxnId="{9A1CEDA1-3CA4-BB45-AF74-EFCAB0EB0368}">
      <dgm:prSet/>
      <dgm:spPr/>
      <dgm:t>
        <a:bodyPr/>
        <a:lstStyle/>
        <a:p>
          <a:pPr algn="ctr"/>
          <a:endParaRPr lang="en-US"/>
        </a:p>
      </dgm:t>
    </dgm:pt>
    <dgm:pt modelId="{296BBF29-A5E9-1449-828D-860F185D1A1E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Falls</a:t>
          </a:r>
        </a:p>
      </dgm:t>
    </dgm:pt>
    <dgm:pt modelId="{64A18C8F-49DB-0E40-9261-4F8C4DD390B2}" type="parTrans" cxnId="{821DD738-8FFA-4946-820A-A16E5AB88B33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56FC94D2-6A44-524D-9588-889CA04241CF}" type="sibTrans" cxnId="{821DD738-8FFA-4946-820A-A16E5AB88B33}">
      <dgm:prSet/>
      <dgm:spPr/>
      <dgm:t>
        <a:bodyPr/>
        <a:lstStyle/>
        <a:p>
          <a:pPr algn="ctr"/>
          <a:endParaRPr lang="en-US"/>
        </a:p>
      </dgm:t>
    </dgm:pt>
    <dgm:pt modelId="{F911514B-98A0-8143-9C2E-BE9E6707D730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Transport</a:t>
          </a:r>
        </a:p>
      </dgm:t>
    </dgm:pt>
    <dgm:pt modelId="{552681B5-FA41-AF4E-B639-950ABD1E3C3E}" type="parTrans" cxnId="{CC55F48E-CA33-6548-91AF-A08C1707B1CA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AEF79FA1-D6F2-B44E-8CAA-FEDC3B4C385A}" type="sibTrans" cxnId="{CC55F48E-CA33-6548-91AF-A08C1707B1CA}">
      <dgm:prSet/>
      <dgm:spPr/>
      <dgm:t>
        <a:bodyPr/>
        <a:lstStyle/>
        <a:p>
          <a:pPr algn="ctr"/>
          <a:endParaRPr lang="en-US"/>
        </a:p>
      </dgm:t>
    </dgm:pt>
    <dgm:pt modelId="{44B4FBBC-33DD-C94B-8A09-E316F7CC1756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Other unintentional injuries</a:t>
          </a:r>
        </a:p>
      </dgm:t>
    </dgm:pt>
    <dgm:pt modelId="{8C9153C2-B654-414F-8F1B-565646AF0966}" type="parTrans" cxnId="{D6792F99-83EC-1F4A-BB9D-8B3EB4D21FBD}">
      <dgm:prSet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 sz="700"/>
        </a:p>
      </dgm:t>
    </dgm:pt>
    <dgm:pt modelId="{D4700B7A-F19A-1140-AEB6-F57A5F3C7142}" type="sibTrans" cxnId="{D6792F99-83EC-1F4A-BB9D-8B3EB4D21FBD}">
      <dgm:prSet/>
      <dgm:spPr/>
      <dgm:t>
        <a:bodyPr/>
        <a:lstStyle/>
        <a:p>
          <a:pPr algn="ctr"/>
          <a:endParaRPr lang="en-US"/>
        </a:p>
      </dgm:t>
    </dgm:pt>
    <dgm:pt modelId="{9AD056AC-9FD6-E745-83AF-CD5AE4EE447F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US" sz="1050" dirty="0"/>
            <a:t>Cancers</a:t>
          </a:r>
        </a:p>
      </dgm:t>
    </dgm:pt>
    <dgm:pt modelId="{42154230-535E-724E-A041-C643DFAC30A7}" type="parTrans" cxnId="{A443E397-172A-C14A-B6A1-8833A335939A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/>
        </a:p>
      </dgm:t>
    </dgm:pt>
    <dgm:pt modelId="{7A658570-1607-7F40-9093-47155ADDCB12}" type="sibTrans" cxnId="{A443E397-172A-C14A-B6A1-8833A335939A}">
      <dgm:prSet/>
      <dgm:spPr/>
      <dgm:t>
        <a:bodyPr/>
        <a:lstStyle/>
        <a:p>
          <a:pPr algn="ctr"/>
          <a:endParaRPr lang="en-US"/>
        </a:p>
      </dgm:t>
    </dgm:pt>
    <dgm:pt modelId="{549001A0-63AA-7E4B-A8B9-4AB07210C543}">
      <dgm:prSet phldrT="[Text]" custT="1"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r>
            <a:rPr lang="en-GB" sz="900" dirty="0"/>
            <a:t>Causes other than cancers, cardiorespiratory diseases and injuries</a:t>
          </a:r>
          <a:endParaRPr lang="en-US" sz="900" dirty="0"/>
        </a:p>
      </dgm:t>
    </dgm:pt>
    <dgm:pt modelId="{F39BB524-D7E8-374A-99EA-C0FECF0F45D6}" type="parTrans" cxnId="{AA3E760D-3A37-364E-91F7-B4B1D0896725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pPr algn="ctr"/>
          <a:endParaRPr lang="en-US"/>
        </a:p>
      </dgm:t>
    </dgm:pt>
    <dgm:pt modelId="{95454A56-7091-794E-A90E-FB52DB96A4E6}" type="sibTrans" cxnId="{AA3E760D-3A37-364E-91F7-B4B1D0896725}">
      <dgm:prSet/>
      <dgm:spPr/>
      <dgm:t>
        <a:bodyPr/>
        <a:lstStyle/>
        <a:p>
          <a:pPr algn="ctr"/>
          <a:endParaRPr lang="en-US"/>
        </a:p>
      </dgm:t>
    </dgm:pt>
    <dgm:pt modelId="{098F5FE7-7924-C848-A74E-6FD9935D1C1C}" type="pres">
      <dgm:prSet presAssocID="{EE272B28-2167-2042-B260-FCCD11CEC78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33DC570-BAB2-E14B-A4A7-97B884B73644}" type="pres">
      <dgm:prSet presAssocID="{EE272B28-2167-2042-B260-FCCD11CEC785}" presName="hierFlow" presStyleCnt="0"/>
      <dgm:spPr/>
    </dgm:pt>
    <dgm:pt modelId="{7BF42957-EC0D-ED45-BCB1-75E3CB9AA73C}" type="pres">
      <dgm:prSet presAssocID="{EE272B28-2167-2042-B260-FCCD11CEC78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F58C6DBB-1A17-2C4A-AAAD-4765B0C74B85}" type="pres">
      <dgm:prSet presAssocID="{EDDB04CB-710B-7E46-ABD5-A4793BE9B39A}" presName="Name17" presStyleCnt="0"/>
      <dgm:spPr/>
    </dgm:pt>
    <dgm:pt modelId="{907D8E5A-1080-C844-A8EA-919C5B8E9AC3}" type="pres">
      <dgm:prSet presAssocID="{EDDB04CB-710B-7E46-ABD5-A4793BE9B39A}" presName="level1Shape" presStyleLbl="node0" presStyleIdx="0" presStyleCnt="1">
        <dgm:presLayoutVars>
          <dgm:chPref val="3"/>
        </dgm:presLayoutVars>
      </dgm:prSet>
      <dgm:spPr/>
    </dgm:pt>
    <dgm:pt modelId="{27041484-AF87-D542-A47A-AB2D64E3E437}" type="pres">
      <dgm:prSet presAssocID="{EDDB04CB-710B-7E46-ABD5-A4793BE9B39A}" presName="hierChild2" presStyleCnt="0"/>
      <dgm:spPr/>
    </dgm:pt>
    <dgm:pt modelId="{174CEF7C-5DAF-8741-8751-D25CD60853C9}" type="pres">
      <dgm:prSet presAssocID="{BA066FB3-4D66-C14E-B04C-0043D3FBA0AB}" presName="Name25" presStyleLbl="parChTrans1D2" presStyleIdx="0" presStyleCnt="3"/>
      <dgm:spPr/>
    </dgm:pt>
    <dgm:pt modelId="{3F2F4990-7373-794E-85A6-D69AACE9CA0D}" type="pres">
      <dgm:prSet presAssocID="{BA066FB3-4D66-C14E-B04C-0043D3FBA0AB}" presName="connTx" presStyleLbl="parChTrans1D2" presStyleIdx="0" presStyleCnt="3"/>
      <dgm:spPr/>
    </dgm:pt>
    <dgm:pt modelId="{EF05EE6D-C53D-8444-A16D-170CA475EADB}" type="pres">
      <dgm:prSet presAssocID="{E123BFD8-C82B-6E48-9279-78984B953AE1}" presName="Name30" presStyleCnt="0"/>
      <dgm:spPr/>
    </dgm:pt>
    <dgm:pt modelId="{6C55CED5-6080-D548-8BB7-7FA408B5677A}" type="pres">
      <dgm:prSet presAssocID="{E123BFD8-C82B-6E48-9279-78984B953AE1}" presName="level2Shape" presStyleLbl="asst1" presStyleIdx="0" presStyleCnt="9"/>
      <dgm:spPr/>
    </dgm:pt>
    <dgm:pt modelId="{7464C56F-A0F8-9A49-AD18-0F2E8EE75773}" type="pres">
      <dgm:prSet presAssocID="{E123BFD8-C82B-6E48-9279-78984B953AE1}" presName="hierChild3" presStyleCnt="0"/>
      <dgm:spPr/>
    </dgm:pt>
    <dgm:pt modelId="{083B38AF-CC3E-C343-89D4-11290AC7BA8A}" type="pres">
      <dgm:prSet presAssocID="{30F6F2FD-8BD9-C245-9B5A-10B14576D9E3}" presName="Name25" presStyleLbl="parChTrans1D3" presStyleIdx="0" presStyleCnt="6"/>
      <dgm:spPr/>
    </dgm:pt>
    <dgm:pt modelId="{AFB85FE5-86CF-8448-90EF-13CFA2816BA0}" type="pres">
      <dgm:prSet presAssocID="{30F6F2FD-8BD9-C245-9B5A-10B14576D9E3}" presName="connTx" presStyleLbl="parChTrans1D3" presStyleIdx="0" presStyleCnt="6"/>
      <dgm:spPr/>
    </dgm:pt>
    <dgm:pt modelId="{B4F076CA-D1DB-FF45-BFC6-C97B82FEFBFC}" type="pres">
      <dgm:prSet presAssocID="{9ACAF35F-93F2-8D4F-BF64-D0C1BC0F17CB}" presName="Name30" presStyleCnt="0"/>
      <dgm:spPr/>
    </dgm:pt>
    <dgm:pt modelId="{35C72958-CC53-AE4E-A0D7-9BEF0965E754}" type="pres">
      <dgm:prSet presAssocID="{9ACAF35F-93F2-8D4F-BF64-D0C1BC0F17CB}" presName="level2Shape" presStyleLbl="asst1" presStyleIdx="1" presStyleCnt="9"/>
      <dgm:spPr/>
    </dgm:pt>
    <dgm:pt modelId="{16B83A3F-0F31-D147-8C60-EC52A26EB172}" type="pres">
      <dgm:prSet presAssocID="{9ACAF35F-93F2-8D4F-BF64-D0C1BC0F17CB}" presName="hierChild3" presStyleCnt="0"/>
      <dgm:spPr/>
    </dgm:pt>
    <dgm:pt modelId="{E45C0753-98E3-2B4E-8F5C-D29C8528B961}" type="pres">
      <dgm:prSet presAssocID="{BE12F2BC-7FE8-4443-90DA-D47A0C5C101E}" presName="Name25" presStyleLbl="parChTrans1D4" presStyleIdx="0" presStyleCnt="12"/>
      <dgm:spPr/>
    </dgm:pt>
    <dgm:pt modelId="{831F52C8-935F-BE44-95B5-9B4FAC1D65F1}" type="pres">
      <dgm:prSet presAssocID="{BE12F2BC-7FE8-4443-90DA-D47A0C5C101E}" presName="connTx" presStyleLbl="parChTrans1D4" presStyleIdx="0" presStyleCnt="12"/>
      <dgm:spPr/>
    </dgm:pt>
    <dgm:pt modelId="{4886B018-4954-9442-BD3A-CA2DE358E9F8}" type="pres">
      <dgm:prSet presAssocID="{4D05A949-8CF5-AE45-AC57-ED1DC5CC511E}" presName="Name30" presStyleCnt="0"/>
      <dgm:spPr/>
    </dgm:pt>
    <dgm:pt modelId="{A6510AE0-9115-5C44-84DA-D465E0C40813}" type="pres">
      <dgm:prSet presAssocID="{4D05A949-8CF5-AE45-AC57-ED1DC5CC511E}" presName="level2Shape" presStyleLbl="asst1" presStyleIdx="2" presStyleCnt="9" custLinFactNeighborX="29613" custLinFactNeighborY="9868"/>
      <dgm:spPr/>
    </dgm:pt>
    <dgm:pt modelId="{26D3AA62-1D46-FF44-B759-E65C29A450BE}" type="pres">
      <dgm:prSet presAssocID="{4D05A949-8CF5-AE45-AC57-ED1DC5CC511E}" presName="hierChild3" presStyleCnt="0"/>
      <dgm:spPr/>
    </dgm:pt>
    <dgm:pt modelId="{A93BB2C2-430F-FB48-916C-722AD947EEBC}" type="pres">
      <dgm:prSet presAssocID="{30351A67-27F6-8149-A470-235BFF145768}" presName="Name25" presStyleLbl="parChTrans1D4" presStyleIdx="1" presStyleCnt="12"/>
      <dgm:spPr/>
    </dgm:pt>
    <dgm:pt modelId="{ACCC06CF-20A0-964A-970E-08AEB11D6B75}" type="pres">
      <dgm:prSet presAssocID="{30351A67-27F6-8149-A470-235BFF145768}" presName="connTx" presStyleLbl="parChTrans1D4" presStyleIdx="1" presStyleCnt="12"/>
      <dgm:spPr/>
    </dgm:pt>
    <dgm:pt modelId="{06FBD6E0-B33F-8F4A-A03C-CD70CAA32CB7}" type="pres">
      <dgm:prSet presAssocID="{434A1D36-6AD2-7D40-A3D9-FF5EBD62206B}" presName="Name30" presStyleCnt="0"/>
      <dgm:spPr/>
    </dgm:pt>
    <dgm:pt modelId="{C5D59970-4195-9D4F-83D5-C782B664622B}" type="pres">
      <dgm:prSet presAssocID="{434A1D36-6AD2-7D40-A3D9-FF5EBD62206B}" presName="level2Shape" presStyleLbl="asst1" presStyleIdx="3" presStyleCnt="9" custLinFactNeighborX="29613"/>
      <dgm:spPr/>
    </dgm:pt>
    <dgm:pt modelId="{77393D6E-97B2-504B-8694-8ED5E82B3A4E}" type="pres">
      <dgm:prSet presAssocID="{434A1D36-6AD2-7D40-A3D9-FF5EBD62206B}" presName="hierChild3" presStyleCnt="0"/>
      <dgm:spPr/>
    </dgm:pt>
    <dgm:pt modelId="{0A5B0848-0B3C-F642-A9D4-5D073DC6F45A}" type="pres">
      <dgm:prSet presAssocID="{3D99DA8E-1AF7-0D49-84B3-944A39AC7289}" presName="Name25" presStyleLbl="parChTrans1D4" presStyleIdx="2" presStyleCnt="12"/>
      <dgm:spPr/>
    </dgm:pt>
    <dgm:pt modelId="{2035471E-9325-BD43-8121-321EB36B04BB}" type="pres">
      <dgm:prSet presAssocID="{3D99DA8E-1AF7-0D49-84B3-944A39AC7289}" presName="connTx" presStyleLbl="parChTrans1D4" presStyleIdx="2" presStyleCnt="12"/>
      <dgm:spPr/>
    </dgm:pt>
    <dgm:pt modelId="{684492D9-08B6-6C4E-ABB0-A319AB69E4AB}" type="pres">
      <dgm:prSet presAssocID="{9EAC90BB-DF30-BA4B-96E6-D8C9105BAA97}" presName="Name30" presStyleCnt="0"/>
      <dgm:spPr/>
    </dgm:pt>
    <dgm:pt modelId="{08C91615-C8AE-1E4D-8C2B-01B4347C9367}" type="pres">
      <dgm:prSet presAssocID="{9EAC90BB-DF30-BA4B-96E6-D8C9105BAA97}" presName="level2Shape" presStyleLbl="asst1" presStyleIdx="4" presStyleCnt="9" custLinFactNeighborX="29613" custLinFactNeighborY="-9868"/>
      <dgm:spPr/>
    </dgm:pt>
    <dgm:pt modelId="{94FA732A-556F-DE4E-8D17-D0CEFFE3CD98}" type="pres">
      <dgm:prSet presAssocID="{9EAC90BB-DF30-BA4B-96E6-D8C9105BAA97}" presName="hierChild3" presStyleCnt="0"/>
      <dgm:spPr/>
    </dgm:pt>
    <dgm:pt modelId="{F0EFA1B1-D41B-A447-8716-5F2E7F496261}" type="pres">
      <dgm:prSet presAssocID="{11293D5D-DAFB-DC41-B1C1-F3493CCDA6BC}" presName="Name25" presStyleLbl="parChTrans1D3" presStyleIdx="1" presStyleCnt="6"/>
      <dgm:spPr/>
    </dgm:pt>
    <dgm:pt modelId="{7097A5D2-0F8F-5647-B79D-890CCEAEE477}" type="pres">
      <dgm:prSet presAssocID="{11293D5D-DAFB-DC41-B1C1-F3493CCDA6BC}" presName="connTx" presStyleLbl="parChTrans1D3" presStyleIdx="1" presStyleCnt="6"/>
      <dgm:spPr/>
    </dgm:pt>
    <dgm:pt modelId="{B626ED7E-E751-6344-96BD-CF98877B10B1}" type="pres">
      <dgm:prSet presAssocID="{1EB42666-7243-7248-BCEF-4E1799628BD3}" presName="Name30" presStyleCnt="0"/>
      <dgm:spPr/>
    </dgm:pt>
    <dgm:pt modelId="{76760318-FBC4-4744-A793-977CFF75D0AE}" type="pres">
      <dgm:prSet presAssocID="{1EB42666-7243-7248-BCEF-4E1799628BD3}" presName="level2Shape" presStyleLbl="asst1" presStyleIdx="5" presStyleCnt="9"/>
      <dgm:spPr/>
    </dgm:pt>
    <dgm:pt modelId="{61C2CE0D-C281-FB4E-B39F-D062208628E7}" type="pres">
      <dgm:prSet presAssocID="{1EB42666-7243-7248-BCEF-4E1799628BD3}" presName="hierChild3" presStyleCnt="0"/>
      <dgm:spPr/>
    </dgm:pt>
    <dgm:pt modelId="{57C88863-C5DC-4846-9BE6-CB55EC0370F5}" type="pres">
      <dgm:prSet presAssocID="{8CE0E17C-4773-C740-BCEC-85806D4AC7A8}" presName="Name25" presStyleLbl="parChTrans1D4" presStyleIdx="3" presStyleCnt="12"/>
      <dgm:spPr/>
    </dgm:pt>
    <dgm:pt modelId="{4E71D8F5-6F10-F547-B26D-8D0A07F0C725}" type="pres">
      <dgm:prSet presAssocID="{8CE0E17C-4773-C740-BCEC-85806D4AC7A8}" presName="connTx" presStyleLbl="parChTrans1D4" presStyleIdx="3" presStyleCnt="12"/>
      <dgm:spPr/>
    </dgm:pt>
    <dgm:pt modelId="{A4A334A8-1D48-F84D-B934-CC2D5333CEA2}" type="pres">
      <dgm:prSet presAssocID="{E7CD54D1-48F9-2842-A99B-80B0054843D5}" presName="Name30" presStyleCnt="0"/>
      <dgm:spPr/>
    </dgm:pt>
    <dgm:pt modelId="{BEDFA641-C865-D246-9CE5-560A78B72954}" type="pres">
      <dgm:prSet presAssocID="{E7CD54D1-48F9-2842-A99B-80B0054843D5}" presName="level2Shape" presStyleLbl="asst1" presStyleIdx="6" presStyleCnt="9" custLinFactNeighborX="29613" custLinFactNeighborY="9868"/>
      <dgm:spPr/>
    </dgm:pt>
    <dgm:pt modelId="{B386EEBE-2C73-5F40-BD27-7D46767EC2EF}" type="pres">
      <dgm:prSet presAssocID="{E7CD54D1-48F9-2842-A99B-80B0054843D5}" presName="hierChild3" presStyleCnt="0"/>
      <dgm:spPr/>
    </dgm:pt>
    <dgm:pt modelId="{4D8AC6E9-9CB4-5042-87E0-46D2F8C8AA63}" type="pres">
      <dgm:prSet presAssocID="{FB81FBFF-8F28-6049-ABC0-B90529D8A531}" presName="Name25" presStyleLbl="parChTrans1D4" presStyleIdx="4" presStyleCnt="12"/>
      <dgm:spPr/>
    </dgm:pt>
    <dgm:pt modelId="{7D7E09FE-4C77-314A-AD6F-3FFAFCBC3C3C}" type="pres">
      <dgm:prSet presAssocID="{FB81FBFF-8F28-6049-ABC0-B90529D8A531}" presName="connTx" presStyleLbl="parChTrans1D4" presStyleIdx="4" presStyleCnt="12"/>
      <dgm:spPr/>
    </dgm:pt>
    <dgm:pt modelId="{91048F54-66BC-8E47-A4F3-F1878552062E}" type="pres">
      <dgm:prSet presAssocID="{776FC38A-F125-6849-84C7-635A716535C7}" presName="Name30" presStyleCnt="0"/>
      <dgm:spPr/>
    </dgm:pt>
    <dgm:pt modelId="{76644468-0463-F844-B7C5-65A8284ED33D}" type="pres">
      <dgm:prSet presAssocID="{776FC38A-F125-6849-84C7-635A716535C7}" presName="level2Shape" presStyleLbl="asst1" presStyleIdx="7" presStyleCnt="9" custLinFactNeighborX="29613"/>
      <dgm:spPr/>
    </dgm:pt>
    <dgm:pt modelId="{51F3064B-343D-2C46-9F6D-8E157358321E}" type="pres">
      <dgm:prSet presAssocID="{776FC38A-F125-6849-84C7-635A716535C7}" presName="hierChild3" presStyleCnt="0"/>
      <dgm:spPr/>
    </dgm:pt>
    <dgm:pt modelId="{0F611F74-125A-9243-8EEB-FB9C6F315819}" type="pres">
      <dgm:prSet presAssocID="{82E7C191-58AA-AD4C-8193-C816277482E7}" presName="Name25" presStyleLbl="parChTrans1D4" presStyleIdx="5" presStyleCnt="12"/>
      <dgm:spPr/>
    </dgm:pt>
    <dgm:pt modelId="{D5446B62-413F-4E43-9A9B-660A12BDB311}" type="pres">
      <dgm:prSet presAssocID="{82E7C191-58AA-AD4C-8193-C816277482E7}" presName="connTx" presStyleLbl="parChTrans1D4" presStyleIdx="5" presStyleCnt="12"/>
      <dgm:spPr/>
    </dgm:pt>
    <dgm:pt modelId="{13937A53-4E17-6C4D-B98A-DEC525351C0A}" type="pres">
      <dgm:prSet presAssocID="{F440724A-895E-4046-863C-CBEC4BBAEF97}" presName="Name30" presStyleCnt="0"/>
      <dgm:spPr/>
    </dgm:pt>
    <dgm:pt modelId="{55CD2157-4DE2-7547-AC36-01F819D1A0CB}" type="pres">
      <dgm:prSet presAssocID="{F440724A-895E-4046-863C-CBEC4BBAEF97}" presName="level2Shape" presStyleLbl="asst1" presStyleIdx="8" presStyleCnt="9" custLinFactNeighborX="29613" custLinFactNeighborY="-4934"/>
      <dgm:spPr/>
    </dgm:pt>
    <dgm:pt modelId="{1F3386DD-4A06-A24B-9C3A-363783481C26}" type="pres">
      <dgm:prSet presAssocID="{F440724A-895E-4046-863C-CBEC4BBAEF97}" presName="hierChild3" presStyleCnt="0"/>
      <dgm:spPr/>
    </dgm:pt>
    <dgm:pt modelId="{422C6F6C-04B3-854D-82BC-26AB32CD11C3}" type="pres">
      <dgm:prSet presAssocID="{1AC9C5DC-0A0A-8B48-A8FC-1DE84C021726}" presName="Name25" presStyleLbl="parChTrans1D2" presStyleIdx="1" presStyleCnt="3"/>
      <dgm:spPr/>
    </dgm:pt>
    <dgm:pt modelId="{D33939B9-4CBF-A649-9A4C-00777290D98F}" type="pres">
      <dgm:prSet presAssocID="{1AC9C5DC-0A0A-8B48-A8FC-1DE84C021726}" presName="connTx" presStyleLbl="parChTrans1D2" presStyleIdx="1" presStyleCnt="3"/>
      <dgm:spPr/>
    </dgm:pt>
    <dgm:pt modelId="{35AD068B-72D7-5D46-B8A6-760AC0CCC41B}" type="pres">
      <dgm:prSet presAssocID="{93DBBE0D-AE85-5243-B3B9-95779E340AAA}" presName="Name30" presStyleCnt="0"/>
      <dgm:spPr/>
    </dgm:pt>
    <dgm:pt modelId="{EB88B239-21CB-6E43-8C23-77145EC9DBD3}" type="pres">
      <dgm:prSet presAssocID="{93DBBE0D-AE85-5243-B3B9-95779E340AAA}" presName="level2Shape" presStyleLbl="node2" presStyleIdx="0" presStyleCnt="2"/>
      <dgm:spPr/>
    </dgm:pt>
    <dgm:pt modelId="{2BC0036F-6E58-3847-882C-DF41F162AC81}" type="pres">
      <dgm:prSet presAssocID="{93DBBE0D-AE85-5243-B3B9-95779E340AAA}" presName="hierChild3" presStyleCnt="0"/>
      <dgm:spPr/>
    </dgm:pt>
    <dgm:pt modelId="{1AB4EE12-0C80-374E-BD8B-BDA824F85F2E}" type="pres">
      <dgm:prSet presAssocID="{42154230-535E-724E-A041-C643DFAC30A7}" presName="Name25" presStyleLbl="parChTrans1D3" presStyleIdx="2" presStyleCnt="6"/>
      <dgm:spPr/>
    </dgm:pt>
    <dgm:pt modelId="{42EF0493-A3F6-094F-A0C9-2654A32B59F6}" type="pres">
      <dgm:prSet presAssocID="{42154230-535E-724E-A041-C643DFAC30A7}" presName="connTx" presStyleLbl="parChTrans1D3" presStyleIdx="2" presStyleCnt="6"/>
      <dgm:spPr/>
    </dgm:pt>
    <dgm:pt modelId="{B4CEBB6E-C942-484C-BB06-7492ADD5E9CC}" type="pres">
      <dgm:prSet presAssocID="{9AD056AC-9FD6-E745-83AF-CD5AE4EE447F}" presName="Name30" presStyleCnt="0"/>
      <dgm:spPr/>
    </dgm:pt>
    <dgm:pt modelId="{50A4443A-CE3A-7A4E-A977-B36F13B2E148}" type="pres">
      <dgm:prSet presAssocID="{9AD056AC-9FD6-E745-83AF-CD5AE4EE447F}" presName="level2Shape" presStyleLbl="node3" presStyleIdx="0" presStyleCnt="4" custLinFactNeighborY="12335"/>
      <dgm:spPr/>
    </dgm:pt>
    <dgm:pt modelId="{58848C58-BD79-8C4C-9FFE-2E509B270C28}" type="pres">
      <dgm:prSet presAssocID="{9AD056AC-9FD6-E745-83AF-CD5AE4EE447F}" presName="hierChild3" presStyleCnt="0"/>
      <dgm:spPr/>
    </dgm:pt>
    <dgm:pt modelId="{8E0715A9-C726-804E-9C70-BE1ACABD31BE}" type="pres">
      <dgm:prSet presAssocID="{F39BB524-D7E8-374A-99EA-C0FECF0F45D6}" presName="Name25" presStyleLbl="parChTrans1D3" presStyleIdx="3" presStyleCnt="6"/>
      <dgm:spPr/>
    </dgm:pt>
    <dgm:pt modelId="{E131773B-BB47-AE4A-9FA5-94BC38D92741}" type="pres">
      <dgm:prSet presAssocID="{F39BB524-D7E8-374A-99EA-C0FECF0F45D6}" presName="connTx" presStyleLbl="parChTrans1D3" presStyleIdx="3" presStyleCnt="6"/>
      <dgm:spPr/>
    </dgm:pt>
    <dgm:pt modelId="{72146B82-4354-3048-8038-BE41CB0376E3}" type="pres">
      <dgm:prSet presAssocID="{549001A0-63AA-7E4B-A8B9-4AB07210C543}" presName="Name30" presStyleCnt="0"/>
      <dgm:spPr/>
    </dgm:pt>
    <dgm:pt modelId="{52253CEB-5F7C-F548-A5C6-5976F3636A0E}" type="pres">
      <dgm:prSet presAssocID="{549001A0-63AA-7E4B-A8B9-4AB07210C543}" presName="level2Shape" presStyleLbl="node3" presStyleIdx="1" presStyleCnt="4" custScaleY="172714" custLinFactNeighborY="29757"/>
      <dgm:spPr/>
    </dgm:pt>
    <dgm:pt modelId="{AAB175FB-F50D-2F4F-A99B-54DD243C1AF4}" type="pres">
      <dgm:prSet presAssocID="{549001A0-63AA-7E4B-A8B9-4AB07210C543}" presName="hierChild3" presStyleCnt="0"/>
      <dgm:spPr/>
    </dgm:pt>
    <dgm:pt modelId="{192DB9B0-F77C-9443-BEC9-5C9511157D96}" type="pres">
      <dgm:prSet presAssocID="{9E6C6813-34CE-1546-A852-EF5399136707}" presName="Name25" presStyleLbl="parChTrans1D2" presStyleIdx="2" presStyleCnt="3"/>
      <dgm:spPr/>
    </dgm:pt>
    <dgm:pt modelId="{B62FA861-7895-6A4C-86B6-F5430C0D2934}" type="pres">
      <dgm:prSet presAssocID="{9E6C6813-34CE-1546-A852-EF5399136707}" presName="connTx" presStyleLbl="parChTrans1D2" presStyleIdx="2" presStyleCnt="3"/>
      <dgm:spPr/>
    </dgm:pt>
    <dgm:pt modelId="{68C2D7CA-0648-0145-AABC-26A898384BF9}" type="pres">
      <dgm:prSet presAssocID="{0F7D0476-F7B8-E043-8F1A-BE4956E9439C}" presName="Name30" presStyleCnt="0"/>
      <dgm:spPr/>
    </dgm:pt>
    <dgm:pt modelId="{5D879CDB-A41F-1D41-99FF-54152DC89E56}" type="pres">
      <dgm:prSet presAssocID="{0F7D0476-F7B8-E043-8F1A-BE4956E9439C}" presName="level2Shape" presStyleLbl="node2" presStyleIdx="1" presStyleCnt="2"/>
      <dgm:spPr/>
    </dgm:pt>
    <dgm:pt modelId="{545AA7A1-ABF6-9648-8BEB-CA6EBD2F1A76}" type="pres">
      <dgm:prSet presAssocID="{0F7D0476-F7B8-E043-8F1A-BE4956E9439C}" presName="hierChild3" presStyleCnt="0"/>
      <dgm:spPr/>
    </dgm:pt>
    <dgm:pt modelId="{79EAFC99-BEAE-5943-BCF5-AF3B449154DB}" type="pres">
      <dgm:prSet presAssocID="{5C8D35C4-B84A-0346-B457-446B7DA9DC29}" presName="Name25" presStyleLbl="parChTrans1D3" presStyleIdx="4" presStyleCnt="6"/>
      <dgm:spPr/>
    </dgm:pt>
    <dgm:pt modelId="{4D62096E-671E-8F42-BFC8-DB08BD1711CB}" type="pres">
      <dgm:prSet presAssocID="{5C8D35C4-B84A-0346-B457-446B7DA9DC29}" presName="connTx" presStyleLbl="parChTrans1D3" presStyleIdx="4" presStyleCnt="6"/>
      <dgm:spPr/>
    </dgm:pt>
    <dgm:pt modelId="{D0030059-517B-BA4F-A6E6-DD1AFDB3DDF5}" type="pres">
      <dgm:prSet presAssocID="{C746AD0C-E010-3F44-97D9-02C997BC90D7}" presName="Name30" presStyleCnt="0"/>
      <dgm:spPr/>
    </dgm:pt>
    <dgm:pt modelId="{C10C1147-06F8-3048-8042-ECFC80BF95B4}" type="pres">
      <dgm:prSet presAssocID="{C746AD0C-E010-3F44-97D9-02C997BC90D7}" presName="level2Shape" presStyleLbl="node3" presStyleIdx="2" presStyleCnt="4"/>
      <dgm:spPr/>
    </dgm:pt>
    <dgm:pt modelId="{F3762A22-4D56-274F-BB27-0E1D688FEB29}" type="pres">
      <dgm:prSet presAssocID="{C746AD0C-E010-3F44-97D9-02C997BC90D7}" presName="hierChild3" presStyleCnt="0"/>
      <dgm:spPr/>
    </dgm:pt>
    <dgm:pt modelId="{CF658E6B-E592-5E47-A1C3-2D81E02B1004}" type="pres">
      <dgm:prSet presAssocID="{83C59F1F-BEA2-7045-8E31-F132E9A1B844}" presName="Name25" presStyleLbl="parChTrans1D4" presStyleIdx="6" presStyleCnt="12"/>
      <dgm:spPr/>
    </dgm:pt>
    <dgm:pt modelId="{38D03FB1-CFDC-AC4B-9F8D-F5BDFCC57197}" type="pres">
      <dgm:prSet presAssocID="{83C59F1F-BEA2-7045-8E31-F132E9A1B844}" presName="connTx" presStyleLbl="parChTrans1D4" presStyleIdx="6" presStyleCnt="12"/>
      <dgm:spPr/>
    </dgm:pt>
    <dgm:pt modelId="{E529AE0D-BBA7-8446-944E-9B37886F9847}" type="pres">
      <dgm:prSet presAssocID="{B4E9252C-DF3C-DF45-8B0C-FC2B69597957}" presName="Name30" presStyleCnt="0"/>
      <dgm:spPr/>
    </dgm:pt>
    <dgm:pt modelId="{2324278A-4FC5-264B-975F-BB37807A23F6}" type="pres">
      <dgm:prSet presAssocID="{B4E9252C-DF3C-DF45-8B0C-FC2B69597957}" presName="level2Shape" presStyleLbl="node4" presStyleIdx="0" presStyleCnt="6" custLinFactNeighborX="29613"/>
      <dgm:spPr/>
    </dgm:pt>
    <dgm:pt modelId="{D6FF8A57-62E3-6341-B81A-02020BDEA794}" type="pres">
      <dgm:prSet presAssocID="{B4E9252C-DF3C-DF45-8B0C-FC2B69597957}" presName="hierChild3" presStyleCnt="0"/>
      <dgm:spPr/>
    </dgm:pt>
    <dgm:pt modelId="{C4CECAE8-F079-7441-BCE8-F2642C52251F}" type="pres">
      <dgm:prSet presAssocID="{35D8F08D-2202-6A46-94E9-1362AA17605B}" presName="Name25" presStyleLbl="parChTrans1D4" presStyleIdx="7" presStyleCnt="12"/>
      <dgm:spPr/>
    </dgm:pt>
    <dgm:pt modelId="{EA16E8EA-380F-B84A-96FB-10532F8B1D13}" type="pres">
      <dgm:prSet presAssocID="{35D8F08D-2202-6A46-94E9-1362AA17605B}" presName="connTx" presStyleLbl="parChTrans1D4" presStyleIdx="7" presStyleCnt="12"/>
      <dgm:spPr/>
    </dgm:pt>
    <dgm:pt modelId="{24D74B6A-F931-B540-86F7-DC0EFD229908}" type="pres">
      <dgm:prSet presAssocID="{A1AFBFF4-7DA5-C240-BF7D-DC6625D1A415}" presName="Name30" presStyleCnt="0"/>
      <dgm:spPr/>
    </dgm:pt>
    <dgm:pt modelId="{F3E8D2BE-8C38-4341-9848-7B9B9FDC4BA9}" type="pres">
      <dgm:prSet presAssocID="{A1AFBFF4-7DA5-C240-BF7D-DC6625D1A415}" presName="level2Shape" presStyleLbl="node4" presStyleIdx="1" presStyleCnt="6" custLinFactNeighborX="29613" custLinFactNeighborY="-7401"/>
      <dgm:spPr/>
    </dgm:pt>
    <dgm:pt modelId="{84D7CDC6-9BD1-A842-A67C-F3B84647703F}" type="pres">
      <dgm:prSet presAssocID="{A1AFBFF4-7DA5-C240-BF7D-DC6625D1A415}" presName="hierChild3" presStyleCnt="0"/>
      <dgm:spPr/>
    </dgm:pt>
    <dgm:pt modelId="{86B8DFF6-A5AE-1247-8623-CC0050BE536D}" type="pres">
      <dgm:prSet presAssocID="{7350295E-07C8-5642-A6ED-D9A44C57EAAA}" presName="Name25" presStyleLbl="parChTrans1D3" presStyleIdx="5" presStyleCnt="6"/>
      <dgm:spPr/>
    </dgm:pt>
    <dgm:pt modelId="{C419044E-A5D2-D54C-90D7-F92BD98C2122}" type="pres">
      <dgm:prSet presAssocID="{7350295E-07C8-5642-A6ED-D9A44C57EAAA}" presName="connTx" presStyleLbl="parChTrans1D3" presStyleIdx="5" presStyleCnt="6"/>
      <dgm:spPr/>
    </dgm:pt>
    <dgm:pt modelId="{B2E70779-0365-B04A-A4ED-5E1C2312F879}" type="pres">
      <dgm:prSet presAssocID="{64F6B637-FA0B-3141-8163-69EA0F3FBFD8}" presName="Name30" presStyleCnt="0"/>
      <dgm:spPr/>
    </dgm:pt>
    <dgm:pt modelId="{0829E853-8C25-C347-9F6D-14A4AC7541B7}" type="pres">
      <dgm:prSet presAssocID="{64F6B637-FA0B-3141-8163-69EA0F3FBFD8}" presName="level2Shape" presStyleLbl="node3" presStyleIdx="3" presStyleCnt="4"/>
      <dgm:spPr/>
    </dgm:pt>
    <dgm:pt modelId="{4126DD91-D217-254A-B08A-5F791FCC0BD0}" type="pres">
      <dgm:prSet presAssocID="{64F6B637-FA0B-3141-8163-69EA0F3FBFD8}" presName="hierChild3" presStyleCnt="0"/>
      <dgm:spPr/>
    </dgm:pt>
    <dgm:pt modelId="{0848D657-01FB-FD45-B88E-D6610AABD50D}" type="pres">
      <dgm:prSet presAssocID="{99572264-C86E-8A42-8D9C-3A65A20A2E3F}" presName="Name25" presStyleLbl="parChTrans1D4" presStyleIdx="8" presStyleCnt="12"/>
      <dgm:spPr/>
    </dgm:pt>
    <dgm:pt modelId="{46C4D7F2-E5A1-3C4D-B2A1-1AA6C74A5E5D}" type="pres">
      <dgm:prSet presAssocID="{99572264-C86E-8A42-8D9C-3A65A20A2E3F}" presName="connTx" presStyleLbl="parChTrans1D4" presStyleIdx="8" presStyleCnt="12"/>
      <dgm:spPr/>
    </dgm:pt>
    <dgm:pt modelId="{BFBC87F8-B672-8142-BECC-5240A5E4720A}" type="pres">
      <dgm:prSet presAssocID="{B7EBCAAA-4198-5947-A6D1-E25E02A4F593}" presName="Name30" presStyleCnt="0"/>
      <dgm:spPr/>
    </dgm:pt>
    <dgm:pt modelId="{31A6D82E-1C84-5647-89FE-3E45D5D43261}" type="pres">
      <dgm:prSet presAssocID="{B7EBCAAA-4198-5947-A6D1-E25E02A4F593}" presName="level2Shape" presStyleLbl="node4" presStyleIdx="2" presStyleCnt="6" custLinFactNeighborX="29613" custLinFactNeighborY="9868"/>
      <dgm:spPr/>
    </dgm:pt>
    <dgm:pt modelId="{63DBF4FA-2B68-A64E-B9F5-A142CCBD252C}" type="pres">
      <dgm:prSet presAssocID="{B7EBCAAA-4198-5947-A6D1-E25E02A4F593}" presName="hierChild3" presStyleCnt="0"/>
      <dgm:spPr/>
    </dgm:pt>
    <dgm:pt modelId="{F1D4A807-30E9-DC40-B5AA-722C1C91758C}" type="pres">
      <dgm:prSet presAssocID="{64A18C8F-49DB-0E40-9261-4F8C4DD390B2}" presName="Name25" presStyleLbl="parChTrans1D4" presStyleIdx="9" presStyleCnt="12"/>
      <dgm:spPr/>
    </dgm:pt>
    <dgm:pt modelId="{8FF675B5-3531-9F42-B728-71FFA1FA511B}" type="pres">
      <dgm:prSet presAssocID="{64A18C8F-49DB-0E40-9261-4F8C4DD390B2}" presName="connTx" presStyleLbl="parChTrans1D4" presStyleIdx="9" presStyleCnt="12"/>
      <dgm:spPr/>
    </dgm:pt>
    <dgm:pt modelId="{FB010377-50BA-BA4C-8C06-09F19ACC8E00}" type="pres">
      <dgm:prSet presAssocID="{296BBF29-A5E9-1449-828D-860F185D1A1E}" presName="Name30" presStyleCnt="0"/>
      <dgm:spPr/>
    </dgm:pt>
    <dgm:pt modelId="{762B162B-FA9F-C544-B341-3DABB79759AB}" type="pres">
      <dgm:prSet presAssocID="{296BBF29-A5E9-1449-828D-860F185D1A1E}" presName="level2Shape" presStyleLbl="node4" presStyleIdx="3" presStyleCnt="6" custLinFactNeighborX="29613"/>
      <dgm:spPr/>
    </dgm:pt>
    <dgm:pt modelId="{DFA497F6-F30E-4F4D-A217-3C11F626E306}" type="pres">
      <dgm:prSet presAssocID="{296BBF29-A5E9-1449-828D-860F185D1A1E}" presName="hierChild3" presStyleCnt="0"/>
      <dgm:spPr/>
    </dgm:pt>
    <dgm:pt modelId="{DD77A09E-87A2-7A4E-BA53-1AA4E6C8BC8C}" type="pres">
      <dgm:prSet presAssocID="{552681B5-FA41-AF4E-B639-950ABD1E3C3E}" presName="Name25" presStyleLbl="parChTrans1D4" presStyleIdx="10" presStyleCnt="12"/>
      <dgm:spPr/>
    </dgm:pt>
    <dgm:pt modelId="{38AB5799-2077-6443-9691-1E499F8F2318}" type="pres">
      <dgm:prSet presAssocID="{552681B5-FA41-AF4E-B639-950ABD1E3C3E}" presName="connTx" presStyleLbl="parChTrans1D4" presStyleIdx="10" presStyleCnt="12"/>
      <dgm:spPr/>
    </dgm:pt>
    <dgm:pt modelId="{2FBFEEE7-BB7D-7344-8F5C-2383E8267500}" type="pres">
      <dgm:prSet presAssocID="{F911514B-98A0-8143-9C2E-BE9E6707D730}" presName="Name30" presStyleCnt="0"/>
      <dgm:spPr/>
    </dgm:pt>
    <dgm:pt modelId="{F50BDCF8-74B7-E746-B336-24ECC549F607}" type="pres">
      <dgm:prSet presAssocID="{F911514B-98A0-8143-9C2E-BE9E6707D730}" presName="level2Shape" presStyleLbl="node4" presStyleIdx="4" presStyleCnt="6" custLinFactNeighborX="29613" custLinFactNeighborY="-9865"/>
      <dgm:spPr/>
    </dgm:pt>
    <dgm:pt modelId="{9AB2B164-2827-6C40-BB85-8D166D07887E}" type="pres">
      <dgm:prSet presAssocID="{F911514B-98A0-8143-9C2E-BE9E6707D730}" presName="hierChild3" presStyleCnt="0"/>
      <dgm:spPr/>
    </dgm:pt>
    <dgm:pt modelId="{A557E3B1-2C5B-EA45-ACB6-558977DA443E}" type="pres">
      <dgm:prSet presAssocID="{8C9153C2-B654-414F-8F1B-565646AF0966}" presName="Name25" presStyleLbl="parChTrans1D4" presStyleIdx="11" presStyleCnt="12"/>
      <dgm:spPr/>
    </dgm:pt>
    <dgm:pt modelId="{CF6ADD13-62B6-0D43-8E41-BF314CE7505C}" type="pres">
      <dgm:prSet presAssocID="{8C9153C2-B654-414F-8F1B-565646AF0966}" presName="connTx" presStyleLbl="parChTrans1D4" presStyleIdx="11" presStyleCnt="12"/>
      <dgm:spPr/>
    </dgm:pt>
    <dgm:pt modelId="{CBDD0B38-335F-ED47-9A3E-66ACCAE6F1BE}" type="pres">
      <dgm:prSet presAssocID="{44B4FBBC-33DD-C94B-8A09-E316F7CC1756}" presName="Name30" presStyleCnt="0"/>
      <dgm:spPr/>
    </dgm:pt>
    <dgm:pt modelId="{1B229597-DB95-B540-9A6A-5FE227830372}" type="pres">
      <dgm:prSet presAssocID="{44B4FBBC-33DD-C94B-8A09-E316F7CC1756}" presName="level2Shape" presStyleLbl="node4" presStyleIdx="5" presStyleCnt="6" custLinFactNeighborX="29613" custLinFactNeighborY="-19018"/>
      <dgm:spPr/>
    </dgm:pt>
    <dgm:pt modelId="{E2243761-D767-184A-B2F7-E8EBD7A1581E}" type="pres">
      <dgm:prSet presAssocID="{44B4FBBC-33DD-C94B-8A09-E316F7CC1756}" presName="hierChild3" presStyleCnt="0"/>
      <dgm:spPr/>
    </dgm:pt>
    <dgm:pt modelId="{28C32F10-6CC3-B54D-8702-36DC4D794E29}" type="pres">
      <dgm:prSet presAssocID="{EE272B28-2167-2042-B260-FCCD11CEC785}" presName="bgShapesFlow" presStyleCnt="0"/>
      <dgm:spPr/>
    </dgm:pt>
  </dgm:ptLst>
  <dgm:cxnLst>
    <dgm:cxn modelId="{AA706C03-1518-2743-9308-4B7C37219068}" type="presOf" srcId="{F440724A-895E-4046-863C-CBEC4BBAEF97}" destId="{55CD2157-4DE2-7547-AC36-01F819D1A0CB}" srcOrd="0" destOrd="0" presId="urn:microsoft.com/office/officeart/2005/8/layout/hierarchy5"/>
    <dgm:cxn modelId="{1F03E803-E8B0-6D4D-9F12-C3AFB5BF81ED}" type="presOf" srcId="{5C8D35C4-B84A-0346-B457-446B7DA9DC29}" destId="{79EAFC99-BEAE-5943-BCF5-AF3B449154DB}" srcOrd="0" destOrd="0" presId="urn:microsoft.com/office/officeart/2005/8/layout/hierarchy5"/>
    <dgm:cxn modelId="{6BB52B06-20CD-464E-BA23-CD02D3D9342A}" srcId="{9ACAF35F-93F2-8D4F-BF64-D0C1BC0F17CB}" destId="{434A1D36-6AD2-7D40-A3D9-FF5EBD62206B}" srcOrd="1" destOrd="0" parTransId="{30351A67-27F6-8149-A470-235BFF145768}" sibTransId="{F3EE32B3-750B-1C40-822A-5E9A1DB03851}"/>
    <dgm:cxn modelId="{D3355609-AB52-CE40-8C2D-551780BBEBB5}" type="presOf" srcId="{BE12F2BC-7FE8-4443-90DA-D47A0C5C101E}" destId="{E45C0753-98E3-2B4E-8F5C-D29C8528B961}" srcOrd="0" destOrd="0" presId="urn:microsoft.com/office/officeart/2005/8/layout/hierarchy5"/>
    <dgm:cxn modelId="{1EBD7509-6878-5841-BBFF-547AD0D1CE1E}" type="presOf" srcId="{296BBF29-A5E9-1449-828D-860F185D1A1E}" destId="{762B162B-FA9F-C544-B341-3DABB79759AB}" srcOrd="0" destOrd="0" presId="urn:microsoft.com/office/officeart/2005/8/layout/hierarchy5"/>
    <dgm:cxn modelId="{AA3E760D-3A37-364E-91F7-B4B1D0896725}" srcId="{93DBBE0D-AE85-5243-B3B9-95779E340AAA}" destId="{549001A0-63AA-7E4B-A8B9-4AB07210C543}" srcOrd="1" destOrd="0" parTransId="{F39BB524-D7E8-374A-99EA-C0FECF0F45D6}" sibTransId="{95454A56-7091-794E-A90E-FB52DB96A4E6}"/>
    <dgm:cxn modelId="{11AB9410-3A3E-E446-B0F6-B2FDC6DDF9B1}" type="presOf" srcId="{9ACAF35F-93F2-8D4F-BF64-D0C1BC0F17CB}" destId="{35C72958-CC53-AE4E-A0D7-9BEF0965E754}" srcOrd="0" destOrd="0" presId="urn:microsoft.com/office/officeart/2005/8/layout/hierarchy5"/>
    <dgm:cxn modelId="{B6FF5F11-EB81-0E42-8EC1-4A7C8FA3EFB1}" type="presOf" srcId="{44B4FBBC-33DD-C94B-8A09-E316F7CC1756}" destId="{1B229597-DB95-B540-9A6A-5FE227830372}" srcOrd="0" destOrd="0" presId="urn:microsoft.com/office/officeart/2005/8/layout/hierarchy5"/>
    <dgm:cxn modelId="{AE405112-B498-CF44-ACE3-B4657FF6F53E}" srcId="{0F7D0476-F7B8-E043-8F1A-BE4956E9439C}" destId="{64F6B637-FA0B-3141-8163-69EA0F3FBFD8}" srcOrd="1" destOrd="0" parTransId="{7350295E-07C8-5642-A6ED-D9A44C57EAAA}" sibTransId="{E8B68650-3C39-6C42-9620-57926B52D711}"/>
    <dgm:cxn modelId="{0213DE12-F30E-6B4B-93B0-71E105CA0F3D}" type="presOf" srcId="{4D05A949-8CF5-AE45-AC57-ED1DC5CC511E}" destId="{A6510AE0-9115-5C44-84DA-D465E0C40813}" srcOrd="0" destOrd="0" presId="urn:microsoft.com/office/officeart/2005/8/layout/hierarchy5"/>
    <dgm:cxn modelId="{03F4E615-EB75-FE47-8F15-CF9EA424F1F5}" type="presOf" srcId="{11293D5D-DAFB-DC41-B1C1-F3493CCDA6BC}" destId="{7097A5D2-0F8F-5647-B79D-890CCEAEE477}" srcOrd="1" destOrd="0" presId="urn:microsoft.com/office/officeart/2005/8/layout/hierarchy5"/>
    <dgm:cxn modelId="{AC51BC17-803F-6D4B-A5BD-D12CAD1A4B4A}" type="presOf" srcId="{11293D5D-DAFB-DC41-B1C1-F3493CCDA6BC}" destId="{F0EFA1B1-D41B-A447-8716-5F2E7F496261}" srcOrd="0" destOrd="0" presId="urn:microsoft.com/office/officeart/2005/8/layout/hierarchy5"/>
    <dgm:cxn modelId="{80217F21-F5E6-FB40-A4BE-394BE5DC2073}" type="presOf" srcId="{3D99DA8E-1AF7-0D49-84B3-944A39AC7289}" destId="{2035471E-9325-BD43-8121-321EB36B04BB}" srcOrd="1" destOrd="0" presId="urn:microsoft.com/office/officeart/2005/8/layout/hierarchy5"/>
    <dgm:cxn modelId="{24089822-BCA0-FB41-AB1F-FE55CF8B8841}" type="presOf" srcId="{9EAC90BB-DF30-BA4B-96E6-D8C9105BAA97}" destId="{08C91615-C8AE-1E4D-8C2B-01B4347C9367}" srcOrd="0" destOrd="0" presId="urn:microsoft.com/office/officeart/2005/8/layout/hierarchy5"/>
    <dgm:cxn modelId="{19162325-A340-4046-A09F-12E2123E26E8}" type="presOf" srcId="{7350295E-07C8-5642-A6ED-D9A44C57EAAA}" destId="{86B8DFF6-A5AE-1247-8623-CC0050BE536D}" srcOrd="0" destOrd="0" presId="urn:microsoft.com/office/officeart/2005/8/layout/hierarchy5"/>
    <dgm:cxn modelId="{2D95C225-3886-0E4C-AC22-B886A5D5E640}" srcId="{0F7D0476-F7B8-E043-8F1A-BE4956E9439C}" destId="{C746AD0C-E010-3F44-97D9-02C997BC90D7}" srcOrd="0" destOrd="0" parTransId="{5C8D35C4-B84A-0346-B457-446B7DA9DC29}" sibTransId="{FF5C7A26-6713-BD45-B150-63F4C43FDE79}"/>
    <dgm:cxn modelId="{B7625528-6274-534F-8ACF-31199C8CA460}" type="presOf" srcId="{F39BB524-D7E8-374A-99EA-C0FECF0F45D6}" destId="{8E0715A9-C726-804E-9C70-BE1ACABD31BE}" srcOrd="0" destOrd="0" presId="urn:microsoft.com/office/officeart/2005/8/layout/hierarchy5"/>
    <dgm:cxn modelId="{50D9982A-E72A-8742-987B-18FACE0799AB}" type="presOf" srcId="{8C9153C2-B654-414F-8F1B-565646AF0966}" destId="{CF6ADD13-62B6-0D43-8E41-BF314CE7505C}" srcOrd="1" destOrd="0" presId="urn:microsoft.com/office/officeart/2005/8/layout/hierarchy5"/>
    <dgm:cxn modelId="{2B0CD82C-EF4F-6649-A3F2-DFC0EE80564C}" type="presOf" srcId="{42154230-535E-724E-A041-C643DFAC30A7}" destId="{42EF0493-A3F6-094F-A0C9-2654A32B59F6}" srcOrd="1" destOrd="0" presId="urn:microsoft.com/office/officeart/2005/8/layout/hierarchy5"/>
    <dgm:cxn modelId="{82E3362E-A7FD-674F-BAA1-0D33056D9842}" srcId="{C746AD0C-E010-3F44-97D9-02C997BC90D7}" destId="{B4E9252C-DF3C-DF45-8B0C-FC2B69597957}" srcOrd="0" destOrd="0" parTransId="{83C59F1F-BEA2-7045-8E31-F132E9A1B844}" sibTransId="{35C5427C-0DA3-EF41-A35D-9F16DFAE1A31}"/>
    <dgm:cxn modelId="{9E54D32E-8091-5A47-84F4-2366F317C2E9}" type="presOf" srcId="{1AC9C5DC-0A0A-8B48-A8FC-1DE84C021726}" destId="{D33939B9-4CBF-A649-9A4C-00777290D98F}" srcOrd="1" destOrd="0" presId="urn:microsoft.com/office/officeart/2005/8/layout/hierarchy5"/>
    <dgm:cxn modelId="{067ACA34-25A6-DB40-ADDB-A12837E6259D}" type="presOf" srcId="{83C59F1F-BEA2-7045-8E31-F132E9A1B844}" destId="{CF658E6B-E592-5E47-A1C3-2D81E02B1004}" srcOrd="0" destOrd="0" presId="urn:microsoft.com/office/officeart/2005/8/layout/hierarchy5"/>
    <dgm:cxn modelId="{A9EC4535-5C30-6844-BBF4-B3CC9E3655F1}" type="presOf" srcId="{434A1D36-6AD2-7D40-A3D9-FF5EBD62206B}" destId="{C5D59970-4195-9D4F-83D5-C782B664622B}" srcOrd="0" destOrd="0" presId="urn:microsoft.com/office/officeart/2005/8/layout/hierarchy5"/>
    <dgm:cxn modelId="{821DD738-8FFA-4946-820A-A16E5AB88B33}" srcId="{64F6B637-FA0B-3141-8163-69EA0F3FBFD8}" destId="{296BBF29-A5E9-1449-828D-860F185D1A1E}" srcOrd="1" destOrd="0" parTransId="{64A18C8F-49DB-0E40-9261-4F8C4DD390B2}" sibTransId="{56FC94D2-6A44-524D-9588-889CA04241CF}"/>
    <dgm:cxn modelId="{EAC9C839-9305-CE43-A9D1-F24C3CF0DC97}" type="presOf" srcId="{8C9153C2-B654-414F-8F1B-565646AF0966}" destId="{A557E3B1-2C5B-EA45-ACB6-558977DA443E}" srcOrd="0" destOrd="0" presId="urn:microsoft.com/office/officeart/2005/8/layout/hierarchy5"/>
    <dgm:cxn modelId="{1BB7993C-B980-9D40-B8BC-3D3D481DEE0E}" type="presOf" srcId="{EE272B28-2167-2042-B260-FCCD11CEC785}" destId="{098F5FE7-7924-C848-A74E-6FD9935D1C1C}" srcOrd="0" destOrd="0" presId="urn:microsoft.com/office/officeart/2005/8/layout/hierarchy5"/>
    <dgm:cxn modelId="{30EF763F-1543-E145-9013-26385C520CDC}" type="presOf" srcId="{552681B5-FA41-AF4E-B639-950ABD1E3C3E}" destId="{DD77A09E-87A2-7A4E-BA53-1AA4E6C8BC8C}" srcOrd="0" destOrd="0" presId="urn:microsoft.com/office/officeart/2005/8/layout/hierarchy5"/>
    <dgm:cxn modelId="{5E144E40-16DA-E04A-B7FE-670CDADD1AB8}" type="presOf" srcId="{93DBBE0D-AE85-5243-B3B9-95779E340AAA}" destId="{EB88B239-21CB-6E43-8C23-77145EC9DBD3}" srcOrd="0" destOrd="0" presId="urn:microsoft.com/office/officeart/2005/8/layout/hierarchy5"/>
    <dgm:cxn modelId="{22FA9E40-0AF9-C94C-92CB-C0E1B4A98A5C}" type="presOf" srcId="{F911514B-98A0-8143-9C2E-BE9E6707D730}" destId="{F50BDCF8-74B7-E746-B336-24ECC549F607}" srcOrd="0" destOrd="0" presId="urn:microsoft.com/office/officeart/2005/8/layout/hierarchy5"/>
    <dgm:cxn modelId="{8288BD4C-C0E3-B546-B708-64E00C0B4EF7}" type="presOf" srcId="{B4E9252C-DF3C-DF45-8B0C-FC2B69597957}" destId="{2324278A-4FC5-264B-975F-BB37807A23F6}" srcOrd="0" destOrd="0" presId="urn:microsoft.com/office/officeart/2005/8/layout/hierarchy5"/>
    <dgm:cxn modelId="{CADBD24C-B2ED-F24A-9CEF-D20405A1D8A4}" type="presOf" srcId="{30351A67-27F6-8149-A470-235BFF145768}" destId="{A93BB2C2-430F-FB48-916C-722AD947EEBC}" srcOrd="0" destOrd="0" presId="urn:microsoft.com/office/officeart/2005/8/layout/hierarchy5"/>
    <dgm:cxn modelId="{3288104E-B73E-3845-8117-6F4D356BFBB1}" type="presOf" srcId="{BE12F2BC-7FE8-4443-90DA-D47A0C5C101E}" destId="{831F52C8-935F-BE44-95B5-9B4FAC1D65F1}" srcOrd="1" destOrd="0" presId="urn:microsoft.com/office/officeart/2005/8/layout/hierarchy5"/>
    <dgm:cxn modelId="{77C5324F-9753-BE45-8331-0382478188E2}" type="presOf" srcId="{0F7D0476-F7B8-E043-8F1A-BE4956E9439C}" destId="{5D879CDB-A41F-1D41-99FF-54152DC89E56}" srcOrd="0" destOrd="0" presId="urn:microsoft.com/office/officeart/2005/8/layout/hierarchy5"/>
    <dgm:cxn modelId="{954E3453-1258-AF46-B8C7-EEE60D0CB881}" srcId="{E123BFD8-C82B-6E48-9279-78984B953AE1}" destId="{1EB42666-7243-7248-BCEF-4E1799628BD3}" srcOrd="1" destOrd="0" parTransId="{11293D5D-DAFB-DC41-B1C1-F3493CCDA6BC}" sibTransId="{C51D3218-48CA-D342-B284-716FBA8D059D}"/>
    <dgm:cxn modelId="{237D8D55-7B58-B040-BCCB-F22B6E414D78}" srcId="{EDDB04CB-710B-7E46-ABD5-A4793BE9B39A}" destId="{0F7D0476-F7B8-E043-8F1A-BE4956E9439C}" srcOrd="2" destOrd="0" parTransId="{9E6C6813-34CE-1546-A852-EF5399136707}" sibTransId="{EB314C63-E66B-374E-A944-C6A0FF4E49DD}"/>
    <dgm:cxn modelId="{71FCED55-3E0D-DE4D-8674-861EC5151C7B}" type="presOf" srcId="{82E7C191-58AA-AD4C-8193-C816277482E7}" destId="{D5446B62-413F-4E43-9A9B-660A12BDB311}" srcOrd="1" destOrd="0" presId="urn:microsoft.com/office/officeart/2005/8/layout/hierarchy5"/>
    <dgm:cxn modelId="{DF24A057-D0EE-AD42-9BFF-33141CFE80C5}" type="presOf" srcId="{35D8F08D-2202-6A46-94E9-1362AA17605B}" destId="{C4CECAE8-F079-7441-BCE8-F2642C52251F}" srcOrd="0" destOrd="0" presId="urn:microsoft.com/office/officeart/2005/8/layout/hierarchy5"/>
    <dgm:cxn modelId="{A3D2B85E-B2D9-5A4A-AFAC-FA8E51A7F072}" srcId="{EDDB04CB-710B-7E46-ABD5-A4793BE9B39A}" destId="{E123BFD8-C82B-6E48-9279-78984B953AE1}" srcOrd="0" destOrd="0" parTransId="{BA066FB3-4D66-C14E-B04C-0043D3FBA0AB}" sibTransId="{9DE3473E-B6FB-0F4D-830C-4B30BE16653D}"/>
    <dgm:cxn modelId="{B9127061-8354-F24C-8932-68988F05D049}" srcId="{9ACAF35F-93F2-8D4F-BF64-D0C1BC0F17CB}" destId="{9EAC90BB-DF30-BA4B-96E6-D8C9105BAA97}" srcOrd="2" destOrd="0" parTransId="{3D99DA8E-1AF7-0D49-84B3-944A39AC7289}" sibTransId="{E0D33A07-4551-2C41-A77E-816BA4E85E57}"/>
    <dgm:cxn modelId="{E17BF162-00D2-BF46-B78F-F63F5DA3DAC7}" type="presOf" srcId="{64A18C8F-49DB-0E40-9261-4F8C4DD390B2}" destId="{F1D4A807-30E9-DC40-B5AA-722C1C91758C}" srcOrd="0" destOrd="0" presId="urn:microsoft.com/office/officeart/2005/8/layout/hierarchy5"/>
    <dgm:cxn modelId="{C4197D63-AE1D-514F-B785-C0BFDB8DC137}" type="presOf" srcId="{9AD056AC-9FD6-E745-83AF-CD5AE4EE447F}" destId="{50A4443A-CE3A-7A4E-A977-B36F13B2E148}" srcOrd="0" destOrd="0" presId="urn:microsoft.com/office/officeart/2005/8/layout/hierarchy5"/>
    <dgm:cxn modelId="{43690766-0A45-9B43-B8E3-1529703A78AE}" type="presOf" srcId="{C746AD0C-E010-3F44-97D9-02C997BC90D7}" destId="{C10C1147-06F8-3048-8042-ECFC80BF95B4}" srcOrd="0" destOrd="0" presId="urn:microsoft.com/office/officeart/2005/8/layout/hierarchy5"/>
    <dgm:cxn modelId="{8C9C3D70-A455-1341-8377-345388E4474F}" type="presOf" srcId="{FB81FBFF-8F28-6049-ABC0-B90529D8A531}" destId="{4D8AC6E9-9CB4-5042-87E0-46D2F8C8AA63}" srcOrd="0" destOrd="0" presId="urn:microsoft.com/office/officeart/2005/8/layout/hierarchy5"/>
    <dgm:cxn modelId="{66D6B372-B709-8A48-9615-7F8A7C8836C3}" type="presOf" srcId="{FB81FBFF-8F28-6049-ABC0-B90529D8A531}" destId="{7D7E09FE-4C77-314A-AD6F-3FFAFCBC3C3C}" srcOrd="1" destOrd="0" presId="urn:microsoft.com/office/officeart/2005/8/layout/hierarchy5"/>
    <dgm:cxn modelId="{D47CF37C-A35E-AA4A-955D-9ABABFE732D3}" type="presOf" srcId="{99572264-C86E-8A42-8D9C-3A65A20A2E3F}" destId="{46C4D7F2-E5A1-3C4D-B2A1-1AA6C74A5E5D}" srcOrd="1" destOrd="0" presId="urn:microsoft.com/office/officeart/2005/8/layout/hierarchy5"/>
    <dgm:cxn modelId="{BA3EB784-D14F-3046-86CD-812823209327}" type="presOf" srcId="{7350295E-07C8-5642-A6ED-D9A44C57EAAA}" destId="{C419044E-A5D2-D54C-90D7-F92BD98C2122}" srcOrd="1" destOrd="0" presId="urn:microsoft.com/office/officeart/2005/8/layout/hierarchy5"/>
    <dgm:cxn modelId="{92105889-B899-894F-8B64-54178F2CB2A6}" type="presOf" srcId="{99572264-C86E-8A42-8D9C-3A65A20A2E3F}" destId="{0848D657-01FB-FD45-B88E-D6610AABD50D}" srcOrd="0" destOrd="0" presId="urn:microsoft.com/office/officeart/2005/8/layout/hierarchy5"/>
    <dgm:cxn modelId="{CC55F48E-CA33-6548-91AF-A08C1707B1CA}" srcId="{64F6B637-FA0B-3141-8163-69EA0F3FBFD8}" destId="{F911514B-98A0-8143-9C2E-BE9E6707D730}" srcOrd="2" destOrd="0" parTransId="{552681B5-FA41-AF4E-B639-950ABD1E3C3E}" sibTransId="{AEF79FA1-D6F2-B44E-8CAA-FEDC3B4C385A}"/>
    <dgm:cxn modelId="{091F2D92-FDED-704A-9D02-D25BE8CA85F9}" type="presOf" srcId="{64F6B637-FA0B-3141-8163-69EA0F3FBFD8}" destId="{0829E853-8C25-C347-9F6D-14A4AC7541B7}" srcOrd="0" destOrd="0" presId="urn:microsoft.com/office/officeart/2005/8/layout/hierarchy5"/>
    <dgm:cxn modelId="{A80A0395-D8EF-5547-B2BA-6A1F5A485EE5}" type="presOf" srcId="{BA066FB3-4D66-C14E-B04C-0043D3FBA0AB}" destId="{174CEF7C-5DAF-8741-8751-D25CD60853C9}" srcOrd="0" destOrd="0" presId="urn:microsoft.com/office/officeart/2005/8/layout/hierarchy5"/>
    <dgm:cxn modelId="{A443E397-172A-C14A-B6A1-8833A335939A}" srcId="{93DBBE0D-AE85-5243-B3B9-95779E340AAA}" destId="{9AD056AC-9FD6-E745-83AF-CD5AE4EE447F}" srcOrd="0" destOrd="0" parTransId="{42154230-535E-724E-A041-C643DFAC30A7}" sibTransId="{7A658570-1607-7F40-9093-47155ADDCB12}"/>
    <dgm:cxn modelId="{D6792F99-83EC-1F4A-BB9D-8B3EB4D21FBD}" srcId="{64F6B637-FA0B-3141-8163-69EA0F3FBFD8}" destId="{44B4FBBC-33DD-C94B-8A09-E316F7CC1756}" srcOrd="3" destOrd="0" parTransId="{8C9153C2-B654-414F-8F1B-565646AF0966}" sibTransId="{D4700B7A-F19A-1140-AEB6-F57A5F3C7142}"/>
    <dgm:cxn modelId="{7830739A-5338-8F4C-8BB0-23116C714B00}" type="presOf" srcId="{83C59F1F-BEA2-7045-8E31-F132E9A1B844}" destId="{38D03FB1-CFDC-AC4B-9F8D-F5BDFCC57197}" srcOrd="1" destOrd="0" presId="urn:microsoft.com/office/officeart/2005/8/layout/hierarchy5"/>
    <dgm:cxn modelId="{60FEBDA1-AF21-AA47-BF27-55F42DFE7AA0}" srcId="{1EB42666-7243-7248-BCEF-4E1799628BD3}" destId="{E7CD54D1-48F9-2842-A99B-80B0054843D5}" srcOrd="0" destOrd="0" parTransId="{8CE0E17C-4773-C740-BCEC-85806D4AC7A8}" sibTransId="{8168C9EA-B323-A04E-8F46-4E6832FF2EAE}"/>
    <dgm:cxn modelId="{9A1CEDA1-3CA4-BB45-AF74-EFCAB0EB0368}" srcId="{64F6B637-FA0B-3141-8163-69EA0F3FBFD8}" destId="{B7EBCAAA-4198-5947-A6D1-E25E02A4F593}" srcOrd="0" destOrd="0" parTransId="{99572264-C86E-8A42-8D9C-3A65A20A2E3F}" sibTransId="{E95EDB19-35D0-944D-8C63-9517469BA21F}"/>
    <dgm:cxn modelId="{E24E0DA3-6C4D-D347-9CD6-65BFE653A5D5}" srcId="{E123BFD8-C82B-6E48-9279-78984B953AE1}" destId="{9ACAF35F-93F2-8D4F-BF64-D0C1BC0F17CB}" srcOrd="0" destOrd="0" parTransId="{30F6F2FD-8BD9-C245-9B5A-10B14576D9E3}" sibTransId="{1EFA47B6-6557-EF4F-A24F-A206426069C7}"/>
    <dgm:cxn modelId="{4C0696A4-D128-0C47-95D6-44E876A3A1D3}" type="presOf" srcId="{64A18C8F-49DB-0E40-9261-4F8C4DD390B2}" destId="{8FF675B5-3531-9F42-B728-71FFA1FA511B}" srcOrd="1" destOrd="0" presId="urn:microsoft.com/office/officeart/2005/8/layout/hierarchy5"/>
    <dgm:cxn modelId="{77E590A7-44C8-9E49-8AF7-D3727B84B3BE}" type="presOf" srcId="{F39BB524-D7E8-374A-99EA-C0FECF0F45D6}" destId="{E131773B-BB47-AE4A-9FA5-94BC38D92741}" srcOrd="1" destOrd="0" presId="urn:microsoft.com/office/officeart/2005/8/layout/hierarchy5"/>
    <dgm:cxn modelId="{7BFD38A9-1C0B-824C-9FC1-89F9D13E8BB2}" type="presOf" srcId="{549001A0-63AA-7E4B-A8B9-4AB07210C543}" destId="{52253CEB-5F7C-F548-A5C6-5976F3636A0E}" srcOrd="0" destOrd="0" presId="urn:microsoft.com/office/officeart/2005/8/layout/hierarchy5"/>
    <dgm:cxn modelId="{DA0340AA-1858-5F4C-9D81-3A60EE0A80D2}" type="presOf" srcId="{35D8F08D-2202-6A46-94E9-1362AA17605B}" destId="{EA16E8EA-380F-B84A-96FB-10532F8B1D13}" srcOrd="1" destOrd="0" presId="urn:microsoft.com/office/officeart/2005/8/layout/hierarchy5"/>
    <dgm:cxn modelId="{1BFD10AD-03E6-D042-8E34-AC81FFD6853B}" srcId="{C746AD0C-E010-3F44-97D9-02C997BC90D7}" destId="{A1AFBFF4-7DA5-C240-BF7D-DC6625D1A415}" srcOrd="1" destOrd="0" parTransId="{35D8F08D-2202-6A46-94E9-1362AA17605B}" sibTransId="{50EF97F3-D63D-0C46-8868-2B58D6303D29}"/>
    <dgm:cxn modelId="{7F23A7B6-0333-BD41-8F59-3A7A09D8BD2B}" type="presOf" srcId="{1EB42666-7243-7248-BCEF-4E1799628BD3}" destId="{76760318-FBC4-4744-A793-977CFF75D0AE}" srcOrd="0" destOrd="0" presId="urn:microsoft.com/office/officeart/2005/8/layout/hierarchy5"/>
    <dgm:cxn modelId="{065817BD-C92A-AA42-9C34-BF798CB908E6}" type="presOf" srcId="{BA066FB3-4D66-C14E-B04C-0043D3FBA0AB}" destId="{3F2F4990-7373-794E-85A6-D69AACE9CA0D}" srcOrd="1" destOrd="0" presId="urn:microsoft.com/office/officeart/2005/8/layout/hierarchy5"/>
    <dgm:cxn modelId="{A91C4FC2-720E-E74F-8E83-CB4DC1621522}" srcId="{1EB42666-7243-7248-BCEF-4E1799628BD3}" destId="{776FC38A-F125-6849-84C7-635A716535C7}" srcOrd="1" destOrd="0" parTransId="{FB81FBFF-8F28-6049-ABC0-B90529D8A531}" sibTransId="{10DA7F86-5123-7B4C-B723-D39ABF38F1B1}"/>
    <dgm:cxn modelId="{723E8FC6-06EE-5C46-9B2B-286553567672}" type="presOf" srcId="{3D99DA8E-1AF7-0D49-84B3-944A39AC7289}" destId="{0A5B0848-0B3C-F642-A9D4-5D073DC6F45A}" srcOrd="0" destOrd="0" presId="urn:microsoft.com/office/officeart/2005/8/layout/hierarchy5"/>
    <dgm:cxn modelId="{48EE98C6-9B82-154F-8CDA-D8BE27E207D3}" type="presOf" srcId="{5C8D35C4-B84A-0346-B457-446B7DA9DC29}" destId="{4D62096E-671E-8F42-BFC8-DB08BD1711CB}" srcOrd="1" destOrd="0" presId="urn:microsoft.com/office/officeart/2005/8/layout/hierarchy5"/>
    <dgm:cxn modelId="{9475E8C6-DCCF-3340-B2CC-7E3B1D0D18F6}" type="presOf" srcId="{42154230-535E-724E-A041-C643DFAC30A7}" destId="{1AB4EE12-0C80-374E-BD8B-BDA824F85F2E}" srcOrd="0" destOrd="0" presId="urn:microsoft.com/office/officeart/2005/8/layout/hierarchy5"/>
    <dgm:cxn modelId="{F5DF19C7-2C8A-8A47-8C2A-DD71C6053CC3}" srcId="{EDDB04CB-710B-7E46-ABD5-A4793BE9B39A}" destId="{93DBBE0D-AE85-5243-B3B9-95779E340AAA}" srcOrd="1" destOrd="0" parTransId="{1AC9C5DC-0A0A-8B48-A8FC-1DE84C021726}" sibTransId="{5BDE7DD1-BC90-894C-B28A-A59B3C87264B}"/>
    <dgm:cxn modelId="{BBF010C8-89DF-A449-B07A-42A97932900E}" type="presOf" srcId="{30351A67-27F6-8149-A470-235BFF145768}" destId="{ACCC06CF-20A0-964A-970E-08AEB11D6B75}" srcOrd="1" destOrd="0" presId="urn:microsoft.com/office/officeart/2005/8/layout/hierarchy5"/>
    <dgm:cxn modelId="{00F58AC8-7133-1342-8E46-0017F3E014CC}" type="presOf" srcId="{776FC38A-F125-6849-84C7-635A716535C7}" destId="{76644468-0463-F844-B7C5-65A8284ED33D}" srcOrd="0" destOrd="0" presId="urn:microsoft.com/office/officeart/2005/8/layout/hierarchy5"/>
    <dgm:cxn modelId="{1743F5C8-3C1E-5D44-9492-6DE12E17F411}" type="presOf" srcId="{30F6F2FD-8BD9-C245-9B5A-10B14576D9E3}" destId="{AFB85FE5-86CF-8448-90EF-13CFA2816BA0}" srcOrd="1" destOrd="0" presId="urn:microsoft.com/office/officeart/2005/8/layout/hierarchy5"/>
    <dgm:cxn modelId="{3B8B05CA-D4DC-6B4B-93E8-6230E0D5E898}" type="presOf" srcId="{E123BFD8-C82B-6E48-9279-78984B953AE1}" destId="{6C55CED5-6080-D548-8BB7-7FA408B5677A}" srcOrd="0" destOrd="0" presId="urn:microsoft.com/office/officeart/2005/8/layout/hierarchy5"/>
    <dgm:cxn modelId="{B8D587CC-A94C-184C-812A-4765F15464D0}" type="presOf" srcId="{552681B5-FA41-AF4E-B639-950ABD1E3C3E}" destId="{38AB5799-2077-6443-9691-1E499F8F2318}" srcOrd="1" destOrd="0" presId="urn:microsoft.com/office/officeart/2005/8/layout/hierarchy5"/>
    <dgm:cxn modelId="{487434D2-DE8B-6C4F-981A-7B753B099170}" type="presOf" srcId="{82E7C191-58AA-AD4C-8193-C816277482E7}" destId="{0F611F74-125A-9243-8EEB-FB9C6F315819}" srcOrd="0" destOrd="0" presId="urn:microsoft.com/office/officeart/2005/8/layout/hierarchy5"/>
    <dgm:cxn modelId="{BDEDF5D6-ED91-FE41-80E6-F97333DE749C}" type="presOf" srcId="{30F6F2FD-8BD9-C245-9B5A-10B14576D9E3}" destId="{083B38AF-CC3E-C343-89D4-11290AC7BA8A}" srcOrd="0" destOrd="0" presId="urn:microsoft.com/office/officeart/2005/8/layout/hierarchy5"/>
    <dgm:cxn modelId="{6D7AADD7-4CA5-F848-A7EE-E937A862AFF7}" type="presOf" srcId="{EDDB04CB-710B-7E46-ABD5-A4793BE9B39A}" destId="{907D8E5A-1080-C844-A8EA-919C5B8E9AC3}" srcOrd="0" destOrd="0" presId="urn:microsoft.com/office/officeart/2005/8/layout/hierarchy5"/>
    <dgm:cxn modelId="{D071D0D7-2FEB-EA4B-BB33-36B6115BF626}" type="presOf" srcId="{B7EBCAAA-4198-5947-A6D1-E25E02A4F593}" destId="{31A6D82E-1C84-5647-89FE-3E45D5D43261}" srcOrd="0" destOrd="0" presId="urn:microsoft.com/office/officeart/2005/8/layout/hierarchy5"/>
    <dgm:cxn modelId="{8A48AADD-3CD9-0D46-89E2-E458F6301293}" type="presOf" srcId="{8CE0E17C-4773-C740-BCEC-85806D4AC7A8}" destId="{4E71D8F5-6F10-F547-B26D-8D0A07F0C725}" srcOrd="1" destOrd="0" presId="urn:microsoft.com/office/officeart/2005/8/layout/hierarchy5"/>
    <dgm:cxn modelId="{2A22A9E1-6DE0-0448-8D6E-A3A7B688772C}" type="presOf" srcId="{E7CD54D1-48F9-2842-A99B-80B0054843D5}" destId="{BEDFA641-C865-D246-9CE5-560A78B72954}" srcOrd="0" destOrd="0" presId="urn:microsoft.com/office/officeart/2005/8/layout/hierarchy5"/>
    <dgm:cxn modelId="{9900E9E6-3806-1844-812C-27B763EF16B3}" srcId="{1EB42666-7243-7248-BCEF-4E1799628BD3}" destId="{F440724A-895E-4046-863C-CBEC4BBAEF97}" srcOrd="2" destOrd="0" parTransId="{82E7C191-58AA-AD4C-8193-C816277482E7}" sibTransId="{0B53EBED-DC4E-C14E-8F4F-1281C5FCF6C0}"/>
    <dgm:cxn modelId="{DED1E7E7-1400-4A43-9FF3-C5239BEE5410}" srcId="{EE272B28-2167-2042-B260-FCCD11CEC785}" destId="{EDDB04CB-710B-7E46-ABD5-A4793BE9B39A}" srcOrd="0" destOrd="0" parTransId="{1BDD6E46-6A34-A443-8111-D18D7981A72F}" sibTransId="{AA9D8DF2-2F62-5241-B65A-3721304B36CF}"/>
    <dgm:cxn modelId="{38F5D4E9-85E5-924E-B1F3-BB614FFD8063}" type="presOf" srcId="{A1AFBFF4-7DA5-C240-BF7D-DC6625D1A415}" destId="{F3E8D2BE-8C38-4341-9848-7B9B9FDC4BA9}" srcOrd="0" destOrd="0" presId="urn:microsoft.com/office/officeart/2005/8/layout/hierarchy5"/>
    <dgm:cxn modelId="{B2E506EB-7E3B-2343-9B97-17B416E328B0}" type="presOf" srcId="{9E6C6813-34CE-1546-A852-EF5399136707}" destId="{192DB9B0-F77C-9443-BEC9-5C9511157D96}" srcOrd="0" destOrd="0" presId="urn:microsoft.com/office/officeart/2005/8/layout/hierarchy5"/>
    <dgm:cxn modelId="{E13829F0-3536-B24A-94A8-62DF791A42F8}" type="presOf" srcId="{1AC9C5DC-0A0A-8B48-A8FC-1DE84C021726}" destId="{422C6F6C-04B3-854D-82BC-26AB32CD11C3}" srcOrd="0" destOrd="0" presId="urn:microsoft.com/office/officeart/2005/8/layout/hierarchy5"/>
    <dgm:cxn modelId="{7DD0CDFD-A582-7C43-B36C-45F0F2F2E38D}" type="presOf" srcId="{8CE0E17C-4773-C740-BCEC-85806D4AC7A8}" destId="{57C88863-C5DC-4846-9BE6-CB55EC0370F5}" srcOrd="0" destOrd="0" presId="urn:microsoft.com/office/officeart/2005/8/layout/hierarchy5"/>
    <dgm:cxn modelId="{0F0038FF-9CC3-FF4D-958D-E3233B5E6677}" srcId="{9ACAF35F-93F2-8D4F-BF64-D0C1BC0F17CB}" destId="{4D05A949-8CF5-AE45-AC57-ED1DC5CC511E}" srcOrd="0" destOrd="0" parTransId="{BE12F2BC-7FE8-4443-90DA-D47A0C5C101E}" sibTransId="{32E35D90-A061-FA40-9599-16B3BA673BA6}"/>
    <dgm:cxn modelId="{F3E0FEFF-5B8A-7241-8B19-5D4069DCBA35}" type="presOf" srcId="{9E6C6813-34CE-1546-A852-EF5399136707}" destId="{B62FA861-7895-6A4C-86B6-F5430C0D2934}" srcOrd="1" destOrd="0" presId="urn:microsoft.com/office/officeart/2005/8/layout/hierarchy5"/>
    <dgm:cxn modelId="{D96EECE1-D283-A849-9F05-9EDEF089E795}" type="presParOf" srcId="{098F5FE7-7924-C848-A74E-6FD9935D1C1C}" destId="{733DC570-BAB2-E14B-A4A7-97B884B73644}" srcOrd="0" destOrd="0" presId="urn:microsoft.com/office/officeart/2005/8/layout/hierarchy5"/>
    <dgm:cxn modelId="{30992EF8-03E0-CC4E-BDEF-939C80D593E9}" type="presParOf" srcId="{733DC570-BAB2-E14B-A4A7-97B884B73644}" destId="{7BF42957-EC0D-ED45-BCB1-75E3CB9AA73C}" srcOrd="0" destOrd="0" presId="urn:microsoft.com/office/officeart/2005/8/layout/hierarchy5"/>
    <dgm:cxn modelId="{7B1444FE-FE98-444E-BE77-AFE3559FC2AD}" type="presParOf" srcId="{7BF42957-EC0D-ED45-BCB1-75E3CB9AA73C}" destId="{F58C6DBB-1A17-2C4A-AAAD-4765B0C74B85}" srcOrd="0" destOrd="0" presId="urn:microsoft.com/office/officeart/2005/8/layout/hierarchy5"/>
    <dgm:cxn modelId="{360C672B-DA76-3646-AF45-189876DED88C}" type="presParOf" srcId="{F58C6DBB-1A17-2C4A-AAAD-4765B0C74B85}" destId="{907D8E5A-1080-C844-A8EA-919C5B8E9AC3}" srcOrd="0" destOrd="0" presId="urn:microsoft.com/office/officeart/2005/8/layout/hierarchy5"/>
    <dgm:cxn modelId="{5333AA9F-08A2-E144-B1C6-459D1124EDBB}" type="presParOf" srcId="{F58C6DBB-1A17-2C4A-AAAD-4765B0C74B85}" destId="{27041484-AF87-D542-A47A-AB2D64E3E437}" srcOrd="1" destOrd="0" presId="urn:microsoft.com/office/officeart/2005/8/layout/hierarchy5"/>
    <dgm:cxn modelId="{3DC473A3-235E-DA44-8F69-11CA49DC9AA7}" type="presParOf" srcId="{27041484-AF87-D542-A47A-AB2D64E3E437}" destId="{174CEF7C-5DAF-8741-8751-D25CD60853C9}" srcOrd="0" destOrd="0" presId="urn:microsoft.com/office/officeart/2005/8/layout/hierarchy5"/>
    <dgm:cxn modelId="{46DD3B92-41F6-4444-AD89-1B49D65DA1C1}" type="presParOf" srcId="{174CEF7C-5DAF-8741-8751-D25CD60853C9}" destId="{3F2F4990-7373-794E-85A6-D69AACE9CA0D}" srcOrd="0" destOrd="0" presId="urn:microsoft.com/office/officeart/2005/8/layout/hierarchy5"/>
    <dgm:cxn modelId="{DB63D7E8-432C-1D40-9619-8EA2A9428EBE}" type="presParOf" srcId="{27041484-AF87-D542-A47A-AB2D64E3E437}" destId="{EF05EE6D-C53D-8444-A16D-170CA475EADB}" srcOrd="1" destOrd="0" presId="urn:microsoft.com/office/officeart/2005/8/layout/hierarchy5"/>
    <dgm:cxn modelId="{08028E3F-6F37-1045-A4F1-4B2025CD23D2}" type="presParOf" srcId="{EF05EE6D-C53D-8444-A16D-170CA475EADB}" destId="{6C55CED5-6080-D548-8BB7-7FA408B5677A}" srcOrd="0" destOrd="0" presId="urn:microsoft.com/office/officeart/2005/8/layout/hierarchy5"/>
    <dgm:cxn modelId="{ECA03215-0C7B-094C-8CA2-F7F17FF65331}" type="presParOf" srcId="{EF05EE6D-C53D-8444-A16D-170CA475EADB}" destId="{7464C56F-A0F8-9A49-AD18-0F2E8EE75773}" srcOrd="1" destOrd="0" presId="urn:microsoft.com/office/officeart/2005/8/layout/hierarchy5"/>
    <dgm:cxn modelId="{878E6459-3A30-5A40-A3B2-8F53A245AE83}" type="presParOf" srcId="{7464C56F-A0F8-9A49-AD18-0F2E8EE75773}" destId="{083B38AF-CC3E-C343-89D4-11290AC7BA8A}" srcOrd="0" destOrd="0" presId="urn:microsoft.com/office/officeart/2005/8/layout/hierarchy5"/>
    <dgm:cxn modelId="{E9B7EA64-0204-0940-B0B3-EFE0B36DA9A5}" type="presParOf" srcId="{083B38AF-CC3E-C343-89D4-11290AC7BA8A}" destId="{AFB85FE5-86CF-8448-90EF-13CFA2816BA0}" srcOrd="0" destOrd="0" presId="urn:microsoft.com/office/officeart/2005/8/layout/hierarchy5"/>
    <dgm:cxn modelId="{6559F008-87F0-C748-87F9-AB17D2F2E8EB}" type="presParOf" srcId="{7464C56F-A0F8-9A49-AD18-0F2E8EE75773}" destId="{B4F076CA-D1DB-FF45-BFC6-C97B82FEFBFC}" srcOrd="1" destOrd="0" presId="urn:microsoft.com/office/officeart/2005/8/layout/hierarchy5"/>
    <dgm:cxn modelId="{217E579B-910A-6645-8973-709852703503}" type="presParOf" srcId="{B4F076CA-D1DB-FF45-BFC6-C97B82FEFBFC}" destId="{35C72958-CC53-AE4E-A0D7-9BEF0965E754}" srcOrd="0" destOrd="0" presId="urn:microsoft.com/office/officeart/2005/8/layout/hierarchy5"/>
    <dgm:cxn modelId="{0BE176DC-39D5-5D46-B3AD-57A81F50A60D}" type="presParOf" srcId="{B4F076CA-D1DB-FF45-BFC6-C97B82FEFBFC}" destId="{16B83A3F-0F31-D147-8C60-EC52A26EB172}" srcOrd="1" destOrd="0" presId="urn:microsoft.com/office/officeart/2005/8/layout/hierarchy5"/>
    <dgm:cxn modelId="{AD106B44-78BE-9A44-903C-F4DAB7C99067}" type="presParOf" srcId="{16B83A3F-0F31-D147-8C60-EC52A26EB172}" destId="{E45C0753-98E3-2B4E-8F5C-D29C8528B961}" srcOrd="0" destOrd="0" presId="urn:microsoft.com/office/officeart/2005/8/layout/hierarchy5"/>
    <dgm:cxn modelId="{C65F97D1-4A81-5F4A-BA6C-3F88A5DA9A8E}" type="presParOf" srcId="{E45C0753-98E3-2B4E-8F5C-D29C8528B961}" destId="{831F52C8-935F-BE44-95B5-9B4FAC1D65F1}" srcOrd="0" destOrd="0" presId="urn:microsoft.com/office/officeart/2005/8/layout/hierarchy5"/>
    <dgm:cxn modelId="{85C8CF3D-3493-2C4C-AC0B-C2B4CB6AA0E8}" type="presParOf" srcId="{16B83A3F-0F31-D147-8C60-EC52A26EB172}" destId="{4886B018-4954-9442-BD3A-CA2DE358E9F8}" srcOrd="1" destOrd="0" presId="urn:microsoft.com/office/officeart/2005/8/layout/hierarchy5"/>
    <dgm:cxn modelId="{0787FB01-D4EC-3A4D-BE34-7337DD01C3DB}" type="presParOf" srcId="{4886B018-4954-9442-BD3A-CA2DE358E9F8}" destId="{A6510AE0-9115-5C44-84DA-D465E0C40813}" srcOrd="0" destOrd="0" presId="urn:microsoft.com/office/officeart/2005/8/layout/hierarchy5"/>
    <dgm:cxn modelId="{9F251DCC-4B03-A845-B0B2-C7CADAC3EF82}" type="presParOf" srcId="{4886B018-4954-9442-BD3A-CA2DE358E9F8}" destId="{26D3AA62-1D46-FF44-B759-E65C29A450BE}" srcOrd="1" destOrd="0" presId="urn:microsoft.com/office/officeart/2005/8/layout/hierarchy5"/>
    <dgm:cxn modelId="{EE3BA868-EBDB-DA47-9CFB-9D6B4B2F5C74}" type="presParOf" srcId="{16B83A3F-0F31-D147-8C60-EC52A26EB172}" destId="{A93BB2C2-430F-FB48-916C-722AD947EEBC}" srcOrd="2" destOrd="0" presId="urn:microsoft.com/office/officeart/2005/8/layout/hierarchy5"/>
    <dgm:cxn modelId="{3C455D4E-43EF-6D49-960A-A068A1F412BB}" type="presParOf" srcId="{A93BB2C2-430F-FB48-916C-722AD947EEBC}" destId="{ACCC06CF-20A0-964A-970E-08AEB11D6B75}" srcOrd="0" destOrd="0" presId="urn:microsoft.com/office/officeart/2005/8/layout/hierarchy5"/>
    <dgm:cxn modelId="{910E2E9E-C6D6-4245-945F-035E908728F5}" type="presParOf" srcId="{16B83A3F-0F31-D147-8C60-EC52A26EB172}" destId="{06FBD6E0-B33F-8F4A-A03C-CD70CAA32CB7}" srcOrd="3" destOrd="0" presId="urn:microsoft.com/office/officeart/2005/8/layout/hierarchy5"/>
    <dgm:cxn modelId="{D2AB7CFA-44AC-6245-B6B2-49F5C0D3C86A}" type="presParOf" srcId="{06FBD6E0-B33F-8F4A-A03C-CD70CAA32CB7}" destId="{C5D59970-4195-9D4F-83D5-C782B664622B}" srcOrd="0" destOrd="0" presId="urn:microsoft.com/office/officeart/2005/8/layout/hierarchy5"/>
    <dgm:cxn modelId="{FC11917F-3EEC-2C42-AA71-2148ABB7AA1A}" type="presParOf" srcId="{06FBD6E0-B33F-8F4A-A03C-CD70CAA32CB7}" destId="{77393D6E-97B2-504B-8694-8ED5E82B3A4E}" srcOrd="1" destOrd="0" presId="urn:microsoft.com/office/officeart/2005/8/layout/hierarchy5"/>
    <dgm:cxn modelId="{142C6F07-9D5F-C140-A703-9532091DDF39}" type="presParOf" srcId="{16B83A3F-0F31-D147-8C60-EC52A26EB172}" destId="{0A5B0848-0B3C-F642-A9D4-5D073DC6F45A}" srcOrd="4" destOrd="0" presId="urn:microsoft.com/office/officeart/2005/8/layout/hierarchy5"/>
    <dgm:cxn modelId="{F73E2C88-1F1C-5C4C-8736-C1D04FBF9C9F}" type="presParOf" srcId="{0A5B0848-0B3C-F642-A9D4-5D073DC6F45A}" destId="{2035471E-9325-BD43-8121-321EB36B04BB}" srcOrd="0" destOrd="0" presId="urn:microsoft.com/office/officeart/2005/8/layout/hierarchy5"/>
    <dgm:cxn modelId="{ED0B9360-FE0C-B248-B5CF-0855C1759645}" type="presParOf" srcId="{16B83A3F-0F31-D147-8C60-EC52A26EB172}" destId="{684492D9-08B6-6C4E-ABB0-A319AB69E4AB}" srcOrd="5" destOrd="0" presId="urn:microsoft.com/office/officeart/2005/8/layout/hierarchy5"/>
    <dgm:cxn modelId="{61D5EB2F-B8DB-4D49-A04C-057B4194B86C}" type="presParOf" srcId="{684492D9-08B6-6C4E-ABB0-A319AB69E4AB}" destId="{08C91615-C8AE-1E4D-8C2B-01B4347C9367}" srcOrd="0" destOrd="0" presId="urn:microsoft.com/office/officeart/2005/8/layout/hierarchy5"/>
    <dgm:cxn modelId="{1F789743-B930-3B48-8C4E-B839A4A586FA}" type="presParOf" srcId="{684492D9-08B6-6C4E-ABB0-A319AB69E4AB}" destId="{94FA732A-556F-DE4E-8D17-D0CEFFE3CD98}" srcOrd="1" destOrd="0" presId="urn:microsoft.com/office/officeart/2005/8/layout/hierarchy5"/>
    <dgm:cxn modelId="{1B743412-DA5E-F349-A169-EDE4D3935DB4}" type="presParOf" srcId="{7464C56F-A0F8-9A49-AD18-0F2E8EE75773}" destId="{F0EFA1B1-D41B-A447-8716-5F2E7F496261}" srcOrd="2" destOrd="0" presId="urn:microsoft.com/office/officeart/2005/8/layout/hierarchy5"/>
    <dgm:cxn modelId="{ED47A7D8-06A7-464F-8D32-9BB5CCB58657}" type="presParOf" srcId="{F0EFA1B1-D41B-A447-8716-5F2E7F496261}" destId="{7097A5D2-0F8F-5647-B79D-890CCEAEE477}" srcOrd="0" destOrd="0" presId="urn:microsoft.com/office/officeart/2005/8/layout/hierarchy5"/>
    <dgm:cxn modelId="{F7E86AE2-BB1D-0144-8AAD-1B7DA57AD84B}" type="presParOf" srcId="{7464C56F-A0F8-9A49-AD18-0F2E8EE75773}" destId="{B626ED7E-E751-6344-96BD-CF98877B10B1}" srcOrd="3" destOrd="0" presId="urn:microsoft.com/office/officeart/2005/8/layout/hierarchy5"/>
    <dgm:cxn modelId="{D8C1AD85-D321-FC4C-8B2B-D290C8674C93}" type="presParOf" srcId="{B626ED7E-E751-6344-96BD-CF98877B10B1}" destId="{76760318-FBC4-4744-A793-977CFF75D0AE}" srcOrd="0" destOrd="0" presId="urn:microsoft.com/office/officeart/2005/8/layout/hierarchy5"/>
    <dgm:cxn modelId="{3566C6A6-0531-6343-81EE-0364924CC84F}" type="presParOf" srcId="{B626ED7E-E751-6344-96BD-CF98877B10B1}" destId="{61C2CE0D-C281-FB4E-B39F-D062208628E7}" srcOrd="1" destOrd="0" presId="urn:microsoft.com/office/officeart/2005/8/layout/hierarchy5"/>
    <dgm:cxn modelId="{AE06F38B-B6D6-1C4D-B9BE-88C2784F5BC1}" type="presParOf" srcId="{61C2CE0D-C281-FB4E-B39F-D062208628E7}" destId="{57C88863-C5DC-4846-9BE6-CB55EC0370F5}" srcOrd="0" destOrd="0" presId="urn:microsoft.com/office/officeart/2005/8/layout/hierarchy5"/>
    <dgm:cxn modelId="{44591EC5-F662-EB4D-BB86-A56AB14DE307}" type="presParOf" srcId="{57C88863-C5DC-4846-9BE6-CB55EC0370F5}" destId="{4E71D8F5-6F10-F547-B26D-8D0A07F0C725}" srcOrd="0" destOrd="0" presId="urn:microsoft.com/office/officeart/2005/8/layout/hierarchy5"/>
    <dgm:cxn modelId="{E635E53C-D19B-CC4D-B182-8DACA8FD68F6}" type="presParOf" srcId="{61C2CE0D-C281-FB4E-B39F-D062208628E7}" destId="{A4A334A8-1D48-F84D-B934-CC2D5333CEA2}" srcOrd="1" destOrd="0" presId="urn:microsoft.com/office/officeart/2005/8/layout/hierarchy5"/>
    <dgm:cxn modelId="{568016D4-26F6-FC4D-8FE5-95D69D5D185E}" type="presParOf" srcId="{A4A334A8-1D48-F84D-B934-CC2D5333CEA2}" destId="{BEDFA641-C865-D246-9CE5-560A78B72954}" srcOrd="0" destOrd="0" presId="urn:microsoft.com/office/officeart/2005/8/layout/hierarchy5"/>
    <dgm:cxn modelId="{11BA551A-7B8E-5344-88B5-48C1B59FFD92}" type="presParOf" srcId="{A4A334A8-1D48-F84D-B934-CC2D5333CEA2}" destId="{B386EEBE-2C73-5F40-BD27-7D46767EC2EF}" srcOrd="1" destOrd="0" presId="urn:microsoft.com/office/officeart/2005/8/layout/hierarchy5"/>
    <dgm:cxn modelId="{B57D51A0-1295-8B4E-9329-3E6F8646342A}" type="presParOf" srcId="{61C2CE0D-C281-FB4E-B39F-D062208628E7}" destId="{4D8AC6E9-9CB4-5042-87E0-46D2F8C8AA63}" srcOrd="2" destOrd="0" presId="urn:microsoft.com/office/officeart/2005/8/layout/hierarchy5"/>
    <dgm:cxn modelId="{FC212B3B-3EF7-C34C-B7CA-2EB3DEB455A9}" type="presParOf" srcId="{4D8AC6E9-9CB4-5042-87E0-46D2F8C8AA63}" destId="{7D7E09FE-4C77-314A-AD6F-3FFAFCBC3C3C}" srcOrd="0" destOrd="0" presId="urn:microsoft.com/office/officeart/2005/8/layout/hierarchy5"/>
    <dgm:cxn modelId="{1A2F8DDC-DEBD-3B42-8C6C-C70DFE1E906D}" type="presParOf" srcId="{61C2CE0D-C281-FB4E-B39F-D062208628E7}" destId="{91048F54-66BC-8E47-A4F3-F1878552062E}" srcOrd="3" destOrd="0" presId="urn:microsoft.com/office/officeart/2005/8/layout/hierarchy5"/>
    <dgm:cxn modelId="{4BFFF689-A11A-EE4A-AD3D-10D92608C0EB}" type="presParOf" srcId="{91048F54-66BC-8E47-A4F3-F1878552062E}" destId="{76644468-0463-F844-B7C5-65A8284ED33D}" srcOrd="0" destOrd="0" presId="urn:microsoft.com/office/officeart/2005/8/layout/hierarchy5"/>
    <dgm:cxn modelId="{3477213D-88DD-9448-99BA-978F6A552948}" type="presParOf" srcId="{91048F54-66BC-8E47-A4F3-F1878552062E}" destId="{51F3064B-343D-2C46-9F6D-8E157358321E}" srcOrd="1" destOrd="0" presId="urn:microsoft.com/office/officeart/2005/8/layout/hierarchy5"/>
    <dgm:cxn modelId="{EF6F9644-75AA-CA45-8EAE-23DFA70C7D74}" type="presParOf" srcId="{61C2CE0D-C281-FB4E-B39F-D062208628E7}" destId="{0F611F74-125A-9243-8EEB-FB9C6F315819}" srcOrd="4" destOrd="0" presId="urn:microsoft.com/office/officeart/2005/8/layout/hierarchy5"/>
    <dgm:cxn modelId="{97AB9F42-F960-1C4D-AEA4-8D3FB01DA53A}" type="presParOf" srcId="{0F611F74-125A-9243-8EEB-FB9C6F315819}" destId="{D5446B62-413F-4E43-9A9B-660A12BDB311}" srcOrd="0" destOrd="0" presId="urn:microsoft.com/office/officeart/2005/8/layout/hierarchy5"/>
    <dgm:cxn modelId="{0ED9821B-695A-9142-8E34-9991C5071A1B}" type="presParOf" srcId="{61C2CE0D-C281-FB4E-B39F-D062208628E7}" destId="{13937A53-4E17-6C4D-B98A-DEC525351C0A}" srcOrd="5" destOrd="0" presId="urn:microsoft.com/office/officeart/2005/8/layout/hierarchy5"/>
    <dgm:cxn modelId="{C3CBC0BF-77A6-A847-A9FE-8EAFF7513F13}" type="presParOf" srcId="{13937A53-4E17-6C4D-B98A-DEC525351C0A}" destId="{55CD2157-4DE2-7547-AC36-01F819D1A0CB}" srcOrd="0" destOrd="0" presId="urn:microsoft.com/office/officeart/2005/8/layout/hierarchy5"/>
    <dgm:cxn modelId="{1648DE58-E13D-2B4B-9D75-E6632E495E13}" type="presParOf" srcId="{13937A53-4E17-6C4D-B98A-DEC525351C0A}" destId="{1F3386DD-4A06-A24B-9C3A-363783481C26}" srcOrd="1" destOrd="0" presId="urn:microsoft.com/office/officeart/2005/8/layout/hierarchy5"/>
    <dgm:cxn modelId="{8211C700-7204-2243-9477-FB17AE0DAEDE}" type="presParOf" srcId="{27041484-AF87-D542-A47A-AB2D64E3E437}" destId="{422C6F6C-04B3-854D-82BC-26AB32CD11C3}" srcOrd="2" destOrd="0" presId="urn:microsoft.com/office/officeart/2005/8/layout/hierarchy5"/>
    <dgm:cxn modelId="{240CA929-F61B-A441-908E-F685500D6B8C}" type="presParOf" srcId="{422C6F6C-04B3-854D-82BC-26AB32CD11C3}" destId="{D33939B9-4CBF-A649-9A4C-00777290D98F}" srcOrd="0" destOrd="0" presId="urn:microsoft.com/office/officeart/2005/8/layout/hierarchy5"/>
    <dgm:cxn modelId="{C39D0D90-1908-4B43-8AC0-D616D9CD81F9}" type="presParOf" srcId="{27041484-AF87-D542-A47A-AB2D64E3E437}" destId="{35AD068B-72D7-5D46-B8A6-760AC0CCC41B}" srcOrd="3" destOrd="0" presId="urn:microsoft.com/office/officeart/2005/8/layout/hierarchy5"/>
    <dgm:cxn modelId="{A6C81568-4CDE-8D4A-B419-B3621ACC6393}" type="presParOf" srcId="{35AD068B-72D7-5D46-B8A6-760AC0CCC41B}" destId="{EB88B239-21CB-6E43-8C23-77145EC9DBD3}" srcOrd="0" destOrd="0" presId="urn:microsoft.com/office/officeart/2005/8/layout/hierarchy5"/>
    <dgm:cxn modelId="{B96F05F3-FC3C-3942-B9DD-BB4A37050723}" type="presParOf" srcId="{35AD068B-72D7-5D46-B8A6-760AC0CCC41B}" destId="{2BC0036F-6E58-3847-882C-DF41F162AC81}" srcOrd="1" destOrd="0" presId="urn:microsoft.com/office/officeart/2005/8/layout/hierarchy5"/>
    <dgm:cxn modelId="{172C73C1-B984-2140-AED6-B7B26568EB84}" type="presParOf" srcId="{2BC0036F-6E58-3847-882C-DF41F162AC81}" destId="{1AB4EE12-0C80-374E-BD8B-BDA824F85F2E}" srcOrd="0" destOrd="0" presId="urn:microsoft.com/office/officeart/2005/8/layout/hierarchy5"/>
    <dgm:cxn modelId="{617DF9E7-ED66-9749-9F71-430AC25B9746}" type="presParOf" srcId="{1AB4EE12-0C80-374E-BD8B-BDA824F85F2E}" destId="{42EF0493-A3F6-094F-A0C9-2654A32B59F6}" srcOrd="0" destOrd="0" presId="urn:microsoft.com/office/officeart/2005/8/layout/hierarchy5"/>
    <dgm:cxn modelId="{BCDBCB1C-095D-2248-9E82-7F4106D9163C}" type="presParOf" srcId="{2BC0036F-6E58-3847-882C-DF41F162AC81}" destId="{B4CEBB6E-C942-484C-BB06-7492ADD5E9CC}" srcOrd="1" destOrd="0" presId="urn:microsoft.com/office/officeart/2005/8/layout/hierarchy5"/>
    <dgm:cxn modelId="{364CB7B9-E982-C740-972D-74137CB88064}" type="presParOf" srcId="{B4CEBB6E-C942-484C-BB06-7492ADD5E9CC}" destId="{50A4443A-CE3A-7A4E-A977-B36F13B2E148}" srcOrd="0" destOrd="0" presId="urn:microsoft.com/office/officeart/2005/8/layout/hierarchy5"/>
    <dgm:cxn modelId="{A0C79FB3-3E5B-5A4D-B2D2-683F165EABFF}" type="presParOf" srcId="{B4CEBB6E-C942-484C-BB06-7492ADD5E9CC}" destId="{58848C58-BD79-8C4C-9FFE-2E509B270C28}" srcOrd="1" destOrd="0" presId="urn:microsoft.com/office/officeart/2005/8/layout/hierarchy5"/>
    <dgm:cxn modelId="{FCBF42C9-AD2C-2C4A-BC77-9D783F6F69CA}" type="presParOf" srcId="{2BC0036F-6E58-3847-882C-DF41F162AC81}" destId="{8E0715A9-C726-804E-9C70-BE1ACABD31BE}" srcOrd="2" destOrd="0" presId="urn:microsoft.com/office/officeart/2005/8/layout/hierarchy5"/>
    <dgm:cxn modelId="{7BFAFDA6-150A-F744-BD42-9D103958BA60}" type="presParOf" srcId="{8E0715A9-C726-804E-9C70-BE1ACABD31BE}" destId="{E131773B-BB47-AE4A-9FA5-94BC38D92741}" srcOrd="0" destOrd="0" presId="urn:microsoft.com/office/officeart/2005/8/layout/hierarchy5"/>
    <dgm:cxn modelId="{A73B078F-FC60-D04E-87ED-0AAD25889B6B}" type="presParOf" srcId="{2BC0036F-6E58-3847-882C-DF41F162AC81}" destId="{72146B82-4354-3048-8038-BE41CB0376E3}" srcOrd="3" destOrd="0" presId="urn:microsoft.com/office/officeart/2005/8/layout/hierarchy5"/>
    <dgm:cxn modelId="{D163C506-4278-C948-8626-57D4752F8220}" type="presParOf" srcId="{72146B82-4354-3048-8038-BE41CB0376E3}" destId="{52253CEB-5F7C-F548-A5C6-5976F3636A0E}" srcOrd="0" destOrd="0" presId="urn:microsoft.com/office/officeart/2005/8/layout/hierarchy5"/>
    <dgm:cxn modelId="{3679A5EE-D1D6-9748-9412-A1BEE99C2602}" type="presParOf" srcId="{72146B82-4354-3048-8038-BE41CB0376E3}" destId="{AAB175FB-F50D-2F4F-A99B-54DD243C1AF4}" srcOrd="1" destOrd="0" presId="urn:microsoft.com/office/officeart/2005/8/layout/hierarchy5"/>
    <dgm:cxn modelId="{2B61838F-8A41-D44E-A026-98B3CCF0ABAB}" type="presParOf" srcId="{27041484-AF87-D542-A47A-AB2D64E3E437}" destId="{192DB9B0-F77C-9443-BEC9-5C9511157D96}" srcOrd="4" destOrd="0" presId="urn:microsoft.com/office/officeart/2005/8/layout/hierarchy5"/>
    <dgm:cxn modelId="{71812FF3-6755-5A41-9F17-A489D6C066B0}" type="presParOf" srcId="{192DB9B0-F77C-9443-BEC9-5C9511157D96}" destId="{B62FA861-7895-6A4C-86B6-F5430C0D2934}" srcOrd="0" destOrd="0" presId="urn:microsoft.com/office/officeart/2005/8/layout/hierarchy5"/>
    <dgm:cxn modelId="{3D7E1FBB-861C-AF41-A937-F88CCE51DA59}" type="presParOf" srcId="{27041484-AF87-D542-A47A-AB2D64E3E437}" destId="{68C2D7CA-0648-0145-AABC-26A898384BF9}" srcOrd="5" destOrd="0" presId="urn:microsoft.com/office/officeart/2005/8/layout/hierarchy5"/>
    <dgm:cxn modelId="{9F0B551E-2A64-7E47-BF62-B7285F96DE49}" type="presParOf" srcId="{68C2D7CA-0648-0145-AABC-26A898384BF9}" destId="{5D879CDB-A41F-1D41-99FF-54152DC89E56}" srcOrd="0" destOrd="0" presId="urn:microsoft.com/office/officeart/2005/8/layout/hierarchy5"/>
    <dgm:cxn modelId="{DBA077D5-3994-3F46-A1D2-FDD6D3550C4E}" type="presParOf" srcId="{68C2D7CA-0648-0145-AABC-26A898384BF9}" destId="{545AA7A1-ABF6-9648-8BEB-CA6EBD2F1A76}" srcOrd="1" destOrd="0" presId="urn:microsoft.com/office/officeart/2005/8/layout/hierarchy5"/>
    <dgm:cxn modelId="{F98C2781-65DA-974D-997A-37CDFE8185F7}" type="presParOf" srcId="{545AA7A1-ABF6-9648-8BEB-CA6EBD2F1A76}" destId="{79EAFC99-BEAE-5943-BCF5-AF3B449154DB}" srcOrd="0" destOrd="0" presId="urn:microsoft.com/office/officeart/2005/8/layout/hierarchy5"/>
    <dgm:cxn modelId="{53C5BB69-C817-7144-93E2-1EB8424FED6F}" type="presParOf" srcId="{79EAFC99-BEAE-5943-BCF5-AF3B449154DB}" destId="{4D62096E-671E-8F42-BFC8-DB08BD1711CB}" srcOrd="0" destOrd="0" presId="urn:microsoft.com/office/officeart/2005/8/layout/hierarchy5"/>
    <dgm:cxn modelId="{D1C148CB-628B-EA44-BE91-C81344D8ECD1}" type="presParOf" srcId="{545AA7A1-ABF6-9648-8BEB-CA6EBD2F1A76}" destId="{D0030059-517B-BA4F-A6E6-DD1AFDB3DDF5}" srcOrd="1" destOrd="0" presId="urn:microsoft.com/office/officeart/2005/8/layout/hierarchy5"/>
    <dgm:cxn modelId="{D71E3EF4-5BB5-5E4C-8D7D-99251911F8A7}" type="presParOf" srcId="{D0030059-517B-BA4F-A6E6-DD1AFDB3DDF5}" destId="{C10C1147-06F8-3048-8042-ECFC80BF95B4}" srcOrd="0" destOrd="0" presId="urn:microsoft.com/office/officeart/2005/8/layout/hierarchy5"/>
    <dgm:cxn modelId="{661B2D88-B743-A842-A260-0DE27664B3E6}" type="presParOf" srcId="{D0030059-517B-BA4F-A6E6-DD1AFDB3DDF5}" destId="{F3762A22-4D56-274F-BB27-0E1D688FEB29}" srcOrd="1" destOrd="0" presId="urn:microsoft.com/office/officeart/2005/8/layout/hierarchy5"/>
    <dgm:cxn modelId="{BCFB19F3-E28D-5840-BD2E-164337F4D91A}" type="presParOf" srcId="{F3762A22-4D56-274F-BB27-0E1D688FEB29}" destId="{CF658E6B-E592-5E47-A1C3-2D81E02B1004}" srcOrd="0" destOrd="0" presId="urn:microsoft.com/office/officeart/2005/8/layout/hierarchy5"/>
    <dgm:cxn modelId="{3F8C3153-2E8B-424B-8EEA-6628CC5163C7}" type="presParOf" srcId="{CF658E6B-E592-5E47-A1C3-2D81E02B1004}" destId="{38D03FB1-CFDC-AC4B-9F8D-F5BDFCC57197}" srcOrd="0" destOrd="0" presId="urn:microsoft.com/office/officeart/2005/8/layout/hierarchy5"/>
    <dgm:cxn modelId="{80FAAE06-081D-A140-BA54-5821C9D8A917}" type="presParOf" srcId="{F3762A22-4D56-274F-BB27-0E1D688FEB29}" destId="{E529AE0D-BBA7-8446-944E-9B37886F9847}" srcOrd="1" destOrd="0" presId="urn:microsoft.com/office/officeart/2005/8/layout/hierarchy5"/>
    <dgm:cxn modelId="{314B029F-E56B-3F41-85C2-42B5F79518B9}" type="presParOf" srcId="{E529AE0D-BBA7-8446-944E-9B37886F9847}" destId="{2324278A-4FC5-264B-975F-BB37807A23F6}" srcOrd="0" destOrd="0" presId="urn:microsoft.com/office/officeart/2005/8/layout/hierarchy5"/>
    <dgm:cxn modelId="{C6C8BE2B-1876-AD49-B359-5AF0B2C2393A}" type="presParOf" srcId="{E529AE0D-BBA7-8446-944E-9B37886F9847}" destId="{D6FF8A57-62E3-6341-B81A-02020BDEA794}" srcOrd="1" destOrd="0" presId="urn:microsoft.com/office/officeart/2005/8/layout/hierarchy5"/>
    <dgm:cxn modelId="{2A218296-7303-444C-862A-24AB2B49ABC6}" type="presParOf" srcId="{F3762A22-4D56-274F-BB27-0E1D688FEB29}" destId="{C4CECAE8-F079-7441-BCE8-F2642C52251F}" srcOrd="2" destOrd="0" presId="urn:microsoft.com/office/officeart/2005/8/layout/hierarchy5"/>
    <dgm:cxn modelId="{A97B765F-DCE6-9944-943E-F4B47716ECFE}" type="presParOf" srcId="{C4CECAE8-F079-7441-BCE8-F2642C52251F}" destId="{EA16E8EA-380F-B84A-96FB-10532F8B1D13}" srcOrd="0" destOrd="0" presId="urn:microsoft.com/office/officeart/2005/8/layout/hierarchy5"/>
    <dgm:cxn modelId="{81A05104-B9E8-BF42-A252-874E8F9B9783}" type="presParOf" srcId="{F3762A22-4D56-274F-BB27-0E1D688FEB29}" destId="{24D74B6A-F931-B540-86F7-DC0EFD229908}" srcOrd="3" destOrd="0" presId="urn:microsoft.com/office/officeart/2005/8/layout/hierarchy5"/>
    <dgm:cxn modelId="{98F585D7-6CAA-8D48-8138-BB68C7BEDE02}" type="presParOf" srcId="{24D74B6A-F931-B540-86F7-DC0EFD229908}" destId="{F3E8D2BE-8C38-4341-9848-7B9B9FDC4BA9}" srcOrd="0" destOrd="0" presId="urn:microsoft.com/office/officeart/2005/8/layout/hierarchy5"/>
    <dgm:cxn modelId="{A8F4DE07-9FDE-1A43-BDA3-853686479F52}" type="presParOf" srcId="{24D74B6A-F931-B540-86F7-DC0EFD229908}" destId="{84D7CDC6-9BD1-A842-A67C-F3B84647703F}" srcOrd="1" destOrd="0" presId="urn:microsoft.com/office/officeart/2005/8/layout/hierarchy5"/>
    <dgm:cxn modelId="{333BB4E8-BD71-4A46-A1EC-3AE8CEC0254A}" type="presParOf" srcId="{545AA7A1-ABF6-9648-8BEB-CA6EBD2F1A76}" destId="{86B8DFF6-A5AE-1247-8623-CC0050BE536D}" srcOrd="2" destOrd="0" presId="urn:microsoft.com/office/officeart/2005/8/layout/hierarchy5"/>
    <dgm:cxn modelId="{BD0D974D-9ECE-C747-AC8F-E299592894A3}" type="presParOf" srcId="{86B8DFF6-A5AE-1247-8623-CC0050BE536D}" destId="{C419044E-A5D2-D54C-90D7-F92BD98C2122}" srcOrd="0" destOrd="0" presId="urn:microsoft.com/office/officeart/2005/8/layout/hierarchy5"/>
    <dgm:cxn modelId="{E4681B23-9EC2-624D-A255-8E0CF5945500}" type="presParOf" srcId="{545AA7A1-ABF6-9648-8BEB-CA6EBD2F1A76}" destId="{B2E70779-0365-B04A-A4ED-5E1C2312F879}" srcOrd="3" destOrd="0" presId="urn:microsoft.com/office/officeart/2005/8/layout/hierarchy5"/>
    <dgm:cxn modelId="{F8F8978A-AA54-0A4E-AB2D-5C23C2115D7A}" type="presParOf" srcId="{B2E70779-0365-B04A-A4ED-5E1C2312F879}" destId="{0829E853-8C25-C347-9F6D-14A4AC7541B7}" srcOrd="0" destOrd="0" presId="urn:microsoft.com/office/officeart/2005/8/layout/hierarchy5"/>
    <dgm:cxn modelId="{DA099ABE-954F-6946-9ADD-C83B21049C85}" type="presParOf" srcId="{B2E70779-0365-B04A-A4ED-5E1C2312F879}" destId="{4126DD91-D217-254A-B08A-5F791FCC0BD0}" srcOrd="1" destOrd="0" presId="urn:microsoft.com/office/officeart/2005/8/layout/hierarchy5"/>
    <dgm:cxn modelId="{D246548C-7CD1-9248-BC72-C2761133A30E}" type="presParOf" srcId="{4126DD91-D217-254A-B08A-5F791FCC0BD0}" destId="{0848D657-01FB-FD45-B88E-D6610AABD50D}" srcOrd="0" destOrd="0" presId="urn:microsoft.com/office/officeart/2005/8/layout/hierarchy5"/>
    <dgm:cxn modelId="{F87B07F6-C2B2-4C4F-87AE-60A6FC43530F}" type="presParOf" srcId="{0848D657-01FB-FD45-B88E-D6610AABD50D}" destId="{46C4D7F2-E5A1-3C4D-B2A1-1AA6C74A5E5D}" srcOrd="0" destOrd="0" presId="urn:microsoft.com/office/officeart/2005/8/layout/hierarchy5"/>
    <dgm:cxn modelId="{86F08355-F6C2-DE4C-AE38-5983073F4AD5}" type="presParOf" srcId="{4126DD91-D217-254A-B08A-5F791FCC0BD0}" destId="{BFBC87F8-B672-8142-BECC-5240A5E4720A}" srcOrd="1" destOrd="0" presId="urn:microsoft.com/office/officeart/2005/8/layout/hierarchy5"/>
    <dgm:cxn modelId="{009B89CC-55A7-FD43-A1DC-9A0616ADD3FB}" type="presParOf" srcId="{BFBC87F8-B672-8142-BECC-5240A5E4720A}" destId="{31A6D82E-1C84-5647-89FE-3E45D5D43261}" srcOrd="0" destOrd="0" presId="urn:microsoft.com/office/officeart/2005/8/layout/hierarchy5"/>
    <dgm:cxn modelId="{A71A392F-ABCE-7541-8CD2-E09A99935AB1}" type="presParOf" srcId="{BFBC87F8-B672-8142-BECC-5240A5E4720A}" destId="{63DBF4FA-2B68-A64E-B9F5-A142CCBD252C}" srcOrd="1" destOrd="0" presId="urn:microsoft.com/office/officeart/2005/8/layout/hierarchy5"/>
    <dgm:cxn modelId="{1D5932CF-D54D-B048-8948-90B536C36F56}" type="presParOf" srcId="{4126DD91-D217-254A-B08A-5F791FCC0BD0}" destId="{F1D4A807-30E9-DC40-B5AA-722C1C91758C}" srcOrd="2" destOrd="0" presId="urn:microsoft.com/office/officeart/2005/8/layout/hierarchy5"/>
    <dgm:cxn modelId="{D89E2522-D93C-2B4C-AFAC-27C40956E8ED}" type="presParOf" srcId="{F1D4A807-30E9-DC40-B5AA-722C1C91758C}" destId="{8FF675B5-3531-9F42-B728-71FFA1FA511B}" srcOrd="0" destOrd="0" presId="urn:microsoft.com/office/officeart/2005/8/layout/hierarchy5"/>
    <dgm:cxn modelId="{30B9F59A-8D2E-0E4E-B01C-38198020AEA8}" type="presParOf" srcId="{4126DD91-D217-254A-B08A-5F791FCC0BD0}" destId="{FB010377-50BA-BA4C-8C06-09F19ACC8E00}" srcOrd="3" destOrd="0" presId="urn:microsoft.com/office/officeart/2005/8/layout/hierarchy5"/>
    <dgm:cxn modelId="{0EE813DC-17DD-034E-B18A-7219923C99F0}" type="presParOf" srcId="{FB010377-50BA-BA4C-8C06-09F19ACC8E00}" destId="{762B162B-FA9F-C544-B341-3DABB79759AB}" srcOrd="0" destOrd="0" presId="urn:microsoft.com/office/officeart/2005/8/layout/hierarchy5"/>
    <dgm:cxn modelId="{6E34BCA2-C8D2-9B4C-B3A3-1AA0D2CB17BD}" type="presParOf" srcId="{FB010377-50BA-BA4C-8C06-09F19ACC8E00}" destId="{DFA497F6-F30E-4F4D-A217-3C11F626E306}" srcOrd="1" destOrd="0" presId="urn:microsoft.com/office/officeart/2005/8/layout/hierarchy5"/>
    <dgm:cxn modelId="{E65B04BE-F2F1-5A4B-973F-2D4C943E7A4A}" type="presParOf" srcId="{4126DD91-D217-254A-B08A-5F791FCC0BD0}" destId="{DD77A09E-87A2-7A4E-BA53-1AA4E6C8BC8C}" srcOrd="4" destOrd="0" presId="urn:microsoft.com/office/officeart/2005/8/layout/hierarchy5"/>
    <dgm:cxn modelId="{58687E7E-E962-844E-9203-4F81ECC863EA}" type="presParOf" srcId="{DD77A09E-87A2-7A4E-BA53-1AA4E6C8BC8C}" destId="{38AB5799-2077-6443-9691-1E499F8F2318}" srcOrd="0" destOrd="0" presId="urn:microsoft.com/office/officeart/2005/8/layout/hierarchy5"/>
    <dgm:cxn modelId="{4635F60D-2729-4546-A7C7-25F702495C72}" type="presParOf" srcId="{4126DD91-D217-254A-B08A-5F791FCC0BD0}" destId="{2FBFEEE7-BB7D-7344-8F5C-2383E8267500}" srcOrd="5" destOrd="0" presId="urn:microsoft.com/office/officeart/2005/8/layout/hierarchy5"/>
    <dgm:cxn modelId="{E3A1C817-DFF2-2147-A712-1B136C504E88}" type="presParOf" srcId="{2FBFEEE7-BB7D-7344-8F5C-2383E8267500}" destId="{F50BDCF8-74B7-E746-B336-24ECC549F607}" srcOrd="0" destOrd="0" presId="urn:microsoft.com/office/officeart/2005/8/layout/hierarchy5"/>
    <dgm:cxn modelId="{0089BCD2-27D1-4F4B-9818-A62955DC793C}" type="presParOf" srcId="{2FBFEEE7-BB7D-7344-8F5C-2383E8267500}" destId="{9AB2B164-2827-6C40-BB85-8D166D07887E}" srcOrd="1" destOrd="0" presId="urn:microsoft.com/office/officeart/2005/8/layout/hierarchy5"/>
    <dgm:cxn modelId="{28679AAE-9F52-F949-A76F-9B7A3CAF8BB6}" type="presParOf" srcId="{4126DD91-D217-254A-B08A-5F791FCC0BD0}" destId="{A557E3B1-2C5B-EA45-ACB6-558977DA443E}" srcOrd="6" destOrd="0" presId="urn:microsoft.com/office/officeart/2005/8/layout/hierarchy5"/>
    <dgm:cxn modelId="{EEEA1261-4E1C-474B-9B4C-72C21C2A73E0}" type="presParOf" srcId="{A557E3B1-2C5B-EA45-ACB6-558977DA443E}" destId="{CF6ADD13-62B6-0D43-8E41-BF314CE7505C}" srcOrd="0" destOrd="0" presId="urn:microsoft.com/office/officeart/2005/8/layout/hierarchy5"/>
    <dgm:cxn modelId="{85ACA993-9B5F-214D-9FA8-812751B85B50}" type="presParOf" srcId="{4126DD91-D217-254A-B08A-5F791FCC0BD0}" destId="{CBDD0B38-335F-ED47-9A3E-66ACCAE6F1BE}" srcOrd="7" destOrd="0" presId="urn:microsoft.com/office/officeart/2005/8/layout/hierarchy5"/>
    <dgm:cxn modelId="{CCDCA69F-B407-C847-94BB-40311E5EFEE7}" type="presParOf" srcId="{CBDD0B38-335F-ED47-9A3E-66ACCAE6F1BE}" destId="{1B229597-DB95-B540-9A6A-5FE227830372}" srcOrd="0" destOrd="0" presId="urn:microsoft.com/office/officeart/2005/8/layout/hierarchy5"/>
    <dgm:cxn modelId="{E5491DE1-8418-8E43-929D-D3BFF45AA2AB}" type="presParOf" srcId="{CBDD0B38-335F-ED47-9A3E-66ACCAE6F1BE}" destId="{E2243761-D767-184A-B2F7-E8EBD7A1581E}" srcOrd="1" destOrd="0" presId="urn:microsoft.com/office/officeart/2005/8/layout/hierarchy5"/>
    <dgm:cxn modelId="{1509EA83-FDAF-994C-81CB-CFAC9A054FB2}" type="presParOf" srcId="{098F5FE7-7924-C848-A74E-6FD9935D1C1C}" destId="{28C32F10-6CC3-B54D-8702-36DC4D794E29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7D8E5A-1080-C844-A8EA-919C5B8E9AC3}">
      <dsp:nvSpPr>
        <dsp:cNvPr id="0" name=""/>
        <dsp:cNvSpPr/>
      </dsp:nvSpPr>
      <dsp:spPr>
        <a:xfrm>
          <a:off x="516517" y="308156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All causes</a:t>
          </a:r>
        </a:p>
      </dsp:txBody>
      <dsp:txXfrm>
        <a:off x="529439" y="3094490"/>
        <a:ext cx="856520" cy="415338"/>
      </dsp:txXfrm>
    </dsp:sp>
    <dsp:sp modelId="{174CEF7C-5DAF-8741-8751-D25CD60853C9}">
      <dsp:nvSpPr>
        <dsp:cNvPr id="0" name=""/>
        <dsp:cNvSpPr/>
      </dsp:nvSpPr>
      <dsp:spPr>
        <a:xfrm rot="16862288">
          <a:off x="653643" y="2391710"/>
          <a:ext cx="184342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1843423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29269" y="2351414"/>
        <a:ext cx="92171" cy="92171"/>
      </dsp:txXfrm>
    </dsp:sp>
    <dsp:sp modelId="{6C55CED5-6080-D548-8BB7-7FA408B5677A}">
      <dsp:nvSpPr>
        <dsp:cNvPr id="0" name=""/>
        <dsp:cNvSpPr/>
      </dsp:nvSpPr>
      <dsp:spPr>
        <a:xfrm>
          <a:off x="1751828" y="1272249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Cardiorespiratory diseases</a:t>
          </a:r>
        </a:p>
      </dsp:txBody>
      <dsp:txXfrm>
        <a:off x="1764750" y="1285171"/>
        <a:ext cx="856520" cy="415338"/>
      </dsp:txXfrm>
    </dsp:sp>
    <dsp:sp modelId="{083B38AF-CC3E-C343-89D4-11290AC7BA8A}">
      <dsp:nvSpPr>
        <dsp:cNvPr id="0" name=""/>
        <dsp:cNvSpPr/>
      </dsp:nvSpPr>
      <dsp:spPr>
        <a:xfrm rot="17692822">
          <a:off x="2391216" y="1106530"/>
          <a:ext cx="838899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838899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789693" y="1091347"/>
        <a:ext cx="41944" cy="41944"/>
      </dsp:txXfrm>
    </dsp:sp>
    <dsp:sp modelId="{35C72958-CC53-AE4E-A0D7-9BEF0965E754}">
      <dsp:nvSpPr>
        <dsp:cNvPr id="0" name=""/>
        <dsp:cNvSpPr/>
      </dsp:nvSpPr>
      <dsp:spPr>
        <a:xfrm>
          <a:off x="2987138" y="511209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Cardiovascular diseases</a:t>
          </a:r>
        </a:p>
      </dsp:txBody>
      <dsp:txXfrm>
        <a:off x="3000060" y="524131"/>
        <a:ext cx="856520" cy="415338"/>
      </dsp:txXfrm>
    </dsp:sp>
    <dsp:sp modelId="{E45C0753-98E3-2B4E-8F5C-D29C8528B961}">
      <dsp:nvSpPr>
        <dsp:cNvPr id="0" name=""/>
        <dsp:cNvSpPr/>
      </dsp:nvSpPr>
      <dsp:spPr>
        <a:xfrm rot="19376574">
          <a:off x="3791778" y="494098"/>
          <a:ext cx="769690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769690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7381" y="480646"/>
        <a:ext cx="38484" cy="38484"/>
      </dsp:txXfrm>
    </dsp:sp>
    <dsp:sp modelId="{A6510AE0-9115-5C44-84DA-D465E0C40813}">
      <dsp:nvSpPr>
        <dsp:cNvPr id="0" name=""/>
        <dsp:cNvSpPr/>
      </dsp:nvSpPr>
      <dsp:spPr>
        <a:xfrm>
          <a:off x="4483744" y="47385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Cerebrovascular disease</a:t>
          </a:r>
        </a:p>
      </dsp:txBody>
      <dsp:txXfrm>
        <a:off x="4496666" y="60307"/>
        <a:ext cx="856520" cy="415338"/>
      </dsp:txXfrm>
    </dsp:sp>
    <dsp:sp modelId="{A93BB2C2-430F-FB48-916C-722AD947EEBC}">
      <dsp:nvSpPr>
        <dsp:cNvPr id="0" name=""/>
        <dsp:cNvSpPr/>
      </dsp:nvSpPr>
      <dsp:spPr>
        <a:xfrm>
          <a:off x="3869503" y="726010"/>
          <a:ext cx="614240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14240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1267" y="716444"/>
        <a:ext cx="30712" cy="30712"/>
      </dsp:txXfrm>
    </dsp:sp>
    <dsp:sp modelId="{C5D59970-4195-9D4F-83D5-C782B664622B}">
      <dsp:nvSpPr>
        <dsp:cNvPr id="0" name=""/>
        <dsp:cNvSpPr/>
      </dsp:nvSpPr>
      <dsp:spPr>
        <a:xfrm>
          <a:off x="4483744" y="511209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 err="1"/>
            <a:t>Ischaemic</a:t>
          </a:r>
          <a:r>
            <a:rPr lang="en-US" sz="1050" kern="1200" dirty="0"/>
            <a:t> heart disease</a:t>
          </a:r>
        </a:p>
      </dsp:txBody>
      <dsp:txXfrm>
        <a:off x="4496666" y="524131"/>
        <a:ext cx="856520" cy="415338"/>
      </dsp:txXfrm>
    </dsp:sp>
    <dsp:sp modelId="{0A5B0848-0B3C-F642-A9D4-5D073DC6F45A}">
      <dsp:nvSpPr>
        <dsp:cNvPr id="0" name=""/>
        <dsp:cNvSpPr/>
      </dsp:nvSpPr>
      <dsp:spPr>
        <a:xfrm rot="2223426">
          <a:off x="3791778" y="957922"/>
          <a:ext cx="769690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769690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7381" y="944470"/>
        <a:ext cx="38484" cy="38484"/>
      </dsp:txXfrm>
    </dsp:sp>
    <dsp:sp modelId="{08C91615-C8AE-1E4D-8C2B-01B4347C9367}">
      <dsp:nvSpPr>
        <dsp:cNvPr id="0" name=""/>
        <dsp:cNvSpPr/>
      </dsp:nvSpPr>
      <dsp:spPr>
        <a:xfrm>
          <a:off x="4483744" y="975033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heart diseases</a:t>
          </a:r>
        </a:p>
      </dsp:txBody>
      <dsp:txXfrm>
        <a:off x="4496666" y="987955"/>
        <a:ext cx="856520" cy="415338"/>
      </dsp:txXfrm>
    </dsp:sp>
    <dsp:sp modelId="{F0EFA1B1-D41B-A447-8716-5F2E7F496261}">
      <dsp:nvSpPr>
        <dsp:cNvPr id="0" name=""/>
        <dsp:cNvSpPr/>
      </dsp:nvSpPr>
      <dsp:spPr>
        <a:xfrm rot="3907178">
          <a:off x="2391216" y="1867570"/>
          <a:ext cx="838899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838899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789693" y="1852387"/>
        <a:ext cx="41944" cy="41944"/>
      </dsp:txXfrm>
    </dsp:sp>
    <dsp:sp modelId="{76760318-FBC4-4744-A793-977CFF75D0AE}">
      <dsp:nvSpPr>
        <dsp:cNvPr id="0" name=""/>
        <dsp:cNvSpPr/>
      </dsp:nvSpPr>
      <dsp:spPr>
        <a:xfrm>
          <a:off x="2987138" y="203328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Respiratory diseases</a:t>
          </a:r>
        </a:p>
      </dsp:txBody>
      <dsp:txXfrm>
        <a:off x="3000060" y="2046210"/>
        <a:ext cx="856520" cy="415338"/>
      </dsp:txXfrm>
    </dsp:sp>
    <dsp:sp modelId="{57C88863-C5DC-4846-9BE6-CB55EC0370F5}">
      <dsp:nvSpPr>
        <dsp:cNvPr id="0" name=""/>
        <dsp:cNvSpPr/>
      </dsp:nvSpPr>
      <dsp:spPr>
        <a:xfrm rot="19376574">
          <a:off x="3791778" y="2016178"/>
          <a:ext cx="769690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769690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7381" y="2002725"/>
        <a:ext cx="38484" cy="38484"/>
      </dsp:txXfrm>
    </dsp:sp>
    <dsp:sp modelId="{BEDFA641-C865-D246-9CE5-560A78B72954}">
      <dsp:nvSpPr>
        <dsp:cNvPr id="0" name=""/>
        <dsp:cNvSpPr/>
      </dsp:nvSpPr>
      <dsp:spPr>
        <a:xfrm>
          <a:off x="4483744" y="1569464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Chronic obstructive pulmonary disease</a:t>
          </a:r>
        </a:p>
      </dsp:txBody>
      <dsp:txXfrm>
        <a:off x="4496666" y="1582386"/>
        <a:ext cx="856520" cy="415338"/>
      </dsp:txXfrm>
    </dsp:sp>
    <dsp:sp modelId="{4D8AC6E9-9CB4-5042-87E0-46D2F8C8AA63}">
      <dsp:nvSpPr>
        <dsp:cNvPr id="0" name=""/>
        <dsp:cNvSpPr/>
      </dsp:nvSpPr>
      <dsp:spPr>
        <a:xfrm>
          <a:off x="3869503" y="2248090"/>
          <a:ext cx="614240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14240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1267" y="2238523"/>
        <a:ext cx="30712" cy="30712"/>
      </dsp:txXfrm>
    </dsp:sp>
    <dsp:sp modelId="{76644468-0463-F844-B7C5-65A8284ED33D}">
      <dsp:nvSpPr>
        <dsp:cNvPr id="0" name=""/>
        <dsp:cNvSpPr/>
      </dsp:nvSpPr>
      <dsp:spPr>
        <a:xfrm>
          <a:off x="4483744" y="203328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Respiratory infections</a:t>
          </a:r>
        </a:p>
      </dsp:txBody>
      <dsp:txXfrm>
        <a:off x="4496666" y="2046210"/>
        <a:ext cx="856520" cy="415338"/>
      </dsp:txXfrm>
    </dsp:sp>
    <dsp:sp modelId="{0F611F74-125A-9243-8EEB-FB9C6F315819}">
      <dsp:nvSpPr>
        <dsp:cNvPr id="0" name=""/>
        <dsp:cNvSpPr/>
      </dsp:nvSpPr>
      <dsp:spPr>
        <a:xfrm rot="2299701">
          <a:off x="3785123" y="2490885"/>
          <a:ext cx="783001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783001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7048" y="2477100"/>
        <a:ext cx="39150" cy="39150"/>
      </dsp:txXfrm>
    </dsp:sp>
    <dsp:sp modelId="{55CD2157-4DE2-7547-AC36-01F819D1A0CB}">
      <dsp:nvSpPr>
        <dsp:cNvPr id="0" name=""/>
        <dsp:cNvSpPr/>
      </dsp:nvSpPr>
      <dsp:spPr>
        <a:xfrm>
          <a:off x="4483744" y="2518880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respiratory diseases</a:t>
          </a:r>
        </a:p>
      </dsp:txBody>
      <dsp:txXfrm>
        <a:off x="4496666" y="2531802"/>
        <a:ext cx="856520" cy="415338"/>
      </dsp:txXfrm>
    </dsp:sp>
    <dsp:sp modelId="{422C6F6C-04B3-854D-82BC-26AB32CD11C3}">
      <dsp:nvSpPr>
        <dsp:cNvPr id="0" name=""/>
        <dsp:cNvSpPr/>
      </dsp:nvSpPr>
      <dsp:spPr>
        <a:xfrm rot="20413970">
          <a:off x="1387832" y="3232950"/>
          <a:ext cx="375045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375045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65979" y="3229363"/>
        <a:ext cx="18752" cy="18752"/>
      </dsp:txXfrm>
    </dsp:sp>
    <dsp:sp modelId="{EB88B239-21CB-6E43-8C23-77145EC9DBD3}">
      <dsp:nvSpPr>
        <dsp:cNvPr id="0" name=""/>
        <dsp:cNvSpPr/>
      </dsp:nvSpPr>
      <dsp:spPr>
        <a:xfrm>
          <a:off x="1751828" y="295472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causes</a:t>
          </a:r>
        </a:p>
      </dsp:txBody>
      <dsp:txXfrm>
        <a:off x="1764750" y="2967650"/>
        <a:ext cx="856520" cy="415338"/>
      </dsp:txXfrm>
    </dsp:sp>
    <dsp:sp modelId="{1AB4EE12-0C80-374E-BD8B-BDA824F85F2E}">
      <dsp:nvSpPr>
        <dsp:cNvPr id="0" name=""/>
        <dsp:cNvSpPr/>
      </dsp:nvSpPr>
      <dsp:spPr>
        <a:xfrm rot="18867608">
          <a:off x="2558710" y="2989699"/>
          <a:ext cx="503911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503911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98068" y="2982892"/>
        <a:ext cx="25195" cy="25195"/>
      </dsp:txXfrm>
    </dsp:sp>
    <dsp:sp modelId="{50A4443A-CE3A-7A4E-A977-B36F13B2E148}">
      <dsp:nvSpPr>
        <dsp:cNvPr id="0" name=""/>
        <dsp:cNvSpPr/>
      </dsp:nvSpPr>
      <dsp:spPr>
        <a:xfrm>
          <a:off x="2987138" y="259506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Cancers</a:t>
          </a:r>
        </a:p>
      </dsp:txBody>
      <dsp:txXfrm>
        <a:off x="3000060" y="2607990"/>
        <a:ext cx="856520" cy="415338"/>
      </dsp:txXfrm>
    </dsp:sp>
    <dsp:sp modelId="{8E0715A9-C726-804E-9C70-BE1ACABD31BE}">
      <dsp:nvSpPr>
        <dsp:cNvPr id="0" name=""/>
        <dsp:cNvSpPr/>
      </dsp:nvSpPr>
      <dsp:spPr>
        <a:xfrm rot="2849065">
          <a:off x="2549530" y="3362011"/>
          <a:ext cx="522270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522270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97609" y="3354744"/>
        <a:ext cx="26113" cy="26113"/>
      </dsp:txXfrm>
    </dsp:sp>
    <dsp:sp modelId="{52253CEB-5F7C-F548-A5C6-5976F3636A0E}">
      <dsp:nvSpPr>
        <dsp:cNvPr id="0" name=""/>
        <dsp:cNvSpPr/>
      </dsp:nvSpPr>
      <dsp:spPr>
        <a:xfrm>
          <a:off x="2987138" y="3179290"/>
          <a:ext cx="882364" cy="761983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Causes other than cancers, cardiorespiratory diseases and injuries</a:t>
          </a:r>
          <a:endParaRPr lang="en-US" sz="900" kern="1200" dirty="0"/>
        </a:p>
      </dsp:txBody>
      <dsp:txXfrm>
        <a:off x="3009456" y="3201608"/>
        <a:ext cx="837728" cy="717347"/>
      </dsp:txXfrm>
    </dsp:sp>
    <dsp:sp modelId="{192DB9B0-F77C-9443-BEC9-5C9511157D96}">
      <dsp:nvSpPr>
        <dsp:cNvPr id="0" name=""/>
        <dsp:cNvSpPr/>
      </dsp:nvSpPr>
      <dsp:spPr>
        <a:xfrm rot="4737712">
          <a:off x="653643" y="4201030"/>
          <a:ext cx="184342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1843423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529269" y="4160734"/>
        <a:ext cx="92171" cy="92171"/>
      </dsp:txXfrm>
    </dsp:sp>
    <dsp:sp modelId="{5D879CDB-A41F-1D41-99FF-54152DC89E56}">
      <dsp:nvSpPr>
        <dsp:cNvPr id="0" name=""/>
        <dsp:cNvSpPr/>
      </dsp:nvSpPr>
      <dsp:spPr>
        <a:xfrm>
          <a:off x="1751828" y="489088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Injuries</a:t>
          </a:r>
        </a:p>
      </dsp:txBody>
      <dsp:txXfrm>
        <a:off x="1764750" y="4903810"/>
        <a:ext cx="856520" cy="415338"/>
      </dsp:txXfrm>
    </dsp:sp>
    <dsp:sp modelId="{79EAFC99-BEAE-5943-BCF5-AF3B449154DB}">
      <dsp:nvSpPr>
        <dsp:cNvPr id="0" name=""/>
        <dsp:cNvSpPr/>
      </dsp:nvSpPr>
      <dsp:spPr>
        <a:xfrm rot="17692822">
          <a:off x="2391216" y="4725170"/>
          <a:ext cx="838899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838899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789693" y="4709987"/>
        <a:ext cx="41944" cy="41944"/>
      </dsp:txXfrm>
    </dsp:sp>
    <dsp:sp modelId="{C10C1147-06F8-3048-8042-ECFC80BF95B4}">
      <dsp:nvSpPr>
        <dsp:cNvPr id="0" name=""/>
        <dsp:cNvSpPr/>
      </dsp:nvSpPr>
      <dsp:spPr>
        <a:xfrm>
          <a:off x="2987138" y="4129849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Intentional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injuries</a:t>
          </a:r>
        </a:p>
      </dsp:txBody>
      <dsp:txXfrm>
        <a:off x="3000060" y="4142771"/>
        <a:ext cx="856520" cy="415338"/>
      </dsp:txXfrm>
    </dsp:sp>
    <dsp:sp modelId="{CF658E6B-E592-5E47-A1C3-2D81E02B1004}">
      <dsp:nvSpPr>
        <dsp:cNvPr id="0" name=""/>
        <dsp:cNvSpPr/>
      </dsp:nvSpPr>
      <dsp:spPr>
        <a:xfrm rot="20253570">
          <a:off x="3844342" y="4217810"/>
          <a:ext cx="66456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64563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0009" y="4206986"/>
        <a:ext cx="33228" cy="33228"/>
      </dsp:txXfrm>
    </dsp:sp>
    <dsp:sp modelId="{2324278A-4FC5-264B-975F-BB37807A23F6}">
      <dsp:nvSpPr>
        <dsp:cNvPr id="0" name=""/>
        <dsp:cNvSpPr/>
      </dsp:nvSpPr>
      <dsp:spPr>
        <a:xfrm>
          <a:off x="4483744" y="3876169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Assault</a:t>
          </a:r>
        </a:p>
      </dsp:txBody>
      <dsp:txXfrm>
        <a:off x="4496666" y="3889091"/>
        <a:ext cx="856520" cy="415338"/>
      </dsp:txXfrm>
    </dsp:sp>
    <dsp:sp modelId="{C4CECAE8-F079-7441-BCE8-F2642C52251F}">
      <dsp:nvSpPr>
        <dsp:cNvPr id="0" name=""/>
        <dsp:cNvSpPr/>
      </dsp:nvSpPr>
      <dsp:spPr>
        <a:xfrm rot="1187444">
          <a:off x="3850225" y="4455164"/>
          <a:ext cx="652797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52797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0304" y="4444634"/>
        <a:ext cx="32639" cy="32639"/>
      </dsp:txXfrm>
    </dsp:sp>
    <dsp:sp modelId="{F3E8D2BE-8C38-4341-9848-7B9B9FDC4BA9}">
      <dsp:nvSpPr>
        <dsp:cNvPr id="0" name=""/>
        <dsp:cNvSpPr/>
      </dsp:nvSpPr>
      <dsp:spPr>
        <a:xfrm>
          <a:off x="4483744" y="4350877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Intentional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self-harm</a:t>
          </a:r>
        </a:p>
      </dsp:txBody>
      <dsp:txXfrm>
        <a:off x="4496666" y="4363799"/>
        <a:ext cx="856520" cy="415338"/>
      </dsp:txXfrm>
    </dsp:sp>
    <dsp:sp modelId="{86B8DFF6-A5AE-1247-8623-CC0050BE536D}">
      <dsp:nvSpPr>
        <dsp:cNvPr id="0" name=""/>
        <dsp:cNvSpPr/>
      </dsp:nvSpPr>
      <dsp:spPr>
        <a:xfrm rot="3907178">
          <a:off x="2391216" y="5486209"/>
          <a:ext cx="838899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838899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789693" y="5471027"/>
        <a:ext cx="41944" cy="41944"/>
      </dsp:txXfrm>
    </dsp:sp>
    <dsp:sp modelId="{0829E853-8C25-C347-9F6D-14A4AC7541B7}">
      <dsp:nvSpPr>
        <dsp:cNvPr id="0" name=""/>
        <dsp:cNvSpPr/>
      </dsp:nvSpPr>
      <dsp:spPr>
        <a:xfrm>
          <a:off x="2987138" y="565192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Unintentional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injuries</a:t>
          </a:r>
        </a:p>
      </dsp:txBody>
      <dsp:txXfrm>
        <a:off x="3000060" y="5664850"/>
        <a:ext cx="856520" cy="415338"/>
      </dsp:txXfrm>
    </dsp:sp>
    <dsp:sp modelId="{0848D657-01FB-FD45-B88E-D6610AABD50D}">
      <dsp:nvSpPr>
        <dsp:cNvPr id="0" name=""/>
        <dsp:cNvSpPr/>
      </dsp:nvSpPr>
      <dsp:spPr>
        <a:xfrm rot="18633970">
          <a:off x="3704367" y="5507977"/>
          <a:ext cx="944512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944512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3011" y="5490154"/>
        <a:ext cx="47225" cy="47225"/>
      </dsp:txXfrm>
    </dsp:sp>
    <dsp:sp modelId="{31A6D82E-1C84-5647-89FE-3E45D5D43261}">
      <dsp:nvSpPr>
        <dsp:cNvPr id="0" name=""/>
        <dsp:cNvSpPr/>
      </dsp:nvSpPr>
      <dsp:spPr>
        <a:xfrm>
          <a:off x="4483744" y="4934424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Drownings</a:t>
          </a:r>
        </a:p>
      </dsp:txBody>
      <dsp:txXfrm>
        <a:off x="4496666" y="4947346"/>
        <a:ext cx="856520" cy="415338"/>
      </dsp:txXfrm>
    </dsp:sp>
    <dsp:sp modelId="{F1D4A807-30E9-DC40-B5AA-722C1C91758C}">
      <dsp:nvSpPr>
        <dsp:cNvPr id="0" name=""/>
        <dsp:cNvSpPr/>
      </dsp:nvSpPr>
      <dsp:spPr>
        <a:xfrm rot="20253570">
          <a:off x="3844342" y="5739889"/>
          <a:ext cx="66456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64563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0009" y="5729065"/>
        <a:ext cx="33228" cy="33228"/>
      </dsp:txXfrm>
    </dsp:sp>
    <dsp:sp modelId="{762B162B-FA9F-C544-B341-3DABB79759AB}">
      <dsp:nvSpPr>
        <dsp:cNvPr id="0" name=""/>
        <dsp:cNvSpPr/>
      </dsp:nvSpPr>
      <dsp:spPr>
        <a:xfrm>
          <a:off x="4483744" y="5398248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Falls</a:t>
          </a:r>
        </a:p>
      </dsp:txBody>
      <dsp:txXfrm>
        <a:off x="4496666" y="5411170"/>
        <a:ext cx="856520" cy="415338"/>
      </dsp:txXfrm>
    </dsp:sp>
    <dsp:sp modelId="{DD77A09E-87A2-7A4E-BA53-1AA4E6C8BC8C}">
      <dsp:nvSpPr>
        <dsp:cNvPr id="0" name=""/>
        <dsp:cNvSpPr/>
      </dsp:nvSpPr>
      <dsp:spPr>
        <a:xfrm rot="1133277">
          <a:off x="3852025" y="5971808"/>
          <a:ext cx="649197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49197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0394" y="5961368"/>
        <a:ext cx="32459" cy="32459"/>
      </dsp:txXfrm>
    </dsp:sp>
    <dsp:sp modelId="{F50BDCF8-74B7-E746-B336-24ECC549F607}">
      <dsp:nvSpPr>
        <dsp:cNvPr id="0" name=""/>
        <dsp:cNvSpPr/>
      </dsp:nvSpPr>
      <dsp:spPr>
        <a:xfrm>
          <a:off x="4483744" y="5862085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Transport</a:t>
          </a:r>
        </a:p>
      </dsp:txBody>
      <dsp:txXfrm>
        <a:off x="4496666" y="5875007"/>
        <a:ext cx="856520" cy="415338"/>
      </dsp:txXfrm>
    </dsp:sp>
    <dsp:sp modelId="{A557E3B1-2C5B-EA45-ACB6-558977DA443E}">
      <dsp:nvSpPr>
        <dsp:cNvPr id="0" name=""/>
        <dsp:cNvSpPr/>
      </dsp:nvSpPr>
      <dsp:spPr>
        <a:xfrm rot="2867299">
          <a:off x="3719512" y="6205297"/>
          <a:ext cx="91422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914223" y="5789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3768" y="6188231"/>
        <a:ext cx="45711" cy="45711"/>
      </dsp:txXfrm>
    </dsp:sp>
    <dsp:sp modelId="{1B229597-DB95-B540-9A6A-5FE227830372}">
      <dsp:nvSpPr>
        <dsp:cNvPr id="0" name=""/>
        <dsp:cNvSpPr/>
      </dsp:nvSpPr>
      <dsp:spPr>
        <a:xfrm>
          <a:off x="4483744" y="6329063"/>
          <a:ext cx="882364" cy="44118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unintentional injuries</a:t>
          </a:r>
        </a:p>
      </dsp:txBody>
      <dsp:txXfrm>
        <a:off x="4496666" y="6341985"/>
        <a:ext cx="856520" cy="4153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08EB4-AE75-8442-A625-90E5EF451E3D}" type="datetimeFigureOut">
              <a:rPr lang="en-US" smtClean="0"/>
              <a:t>5/29/19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9626F-77FA-D94F-B5FC-88F12A4673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1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19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37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56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93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12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30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49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77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48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69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69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610A-4327-AB4B-80D6-4FB86944F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5A32E-6298-7D4C-BC9A-E8BF4236C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DA14E-63B1-884A-926B-4142609E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5/29/19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7E101-91F0-664A-A86A-0274AE0F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B4E7F-4055-A042-A6E4-1AACA7A3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77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EB57E-D53E-514A-904E-F9825DFC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1B40-7642-7D4A-92DA-F76FB58C2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053B3-2953-3E42-BE2B-24C61AA4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5/29/19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59B4C-24EC-F94E-B423-C214FEF0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EE4B0-F7D0-1947-BC17-AC218089C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2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BEA4-E0FA-6041-B405-595BA1143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20E44-0D4B-9C4D-B6B3-60AE4D154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16BEE-1D51-6742-BC5D-AB791944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5/29/19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02E60-C9B0-CA40-B397-B97A1B74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A774E-BA22-E141-8A97-9713222A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7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13CA-4C22-DC4B-8B1D-BE4B6A65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2268B-ADE9-2A47-BCDC-4A1183BD6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75CDC-70D3-F34D-862E-E5040A177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2CB74-577D-4B4C-8C92-0B6D2885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5/29/19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293DB-B822-D943-BA12-D761FD745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3D74D-A36B-D640-93B3-D4D3F574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60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3DEE-FB69-0E40-9AF4-742177FD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5DCE8-B54B-4B4A-B111-03A6C1CF3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ACD99-8C22-5148-9200-A23FDF530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4CB3E-758E-744A-A170-994CD94C3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74599-A715-774A-83F6-5C4A22A43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F18C69-7553-7940-AEE1-8861EDDD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5/29/19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B13209-C0A7-244B-9946-84A2E632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F41FC-5716-AC47-8073-14E9AFD3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4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B4D2-FEBD-0946-8666-293FD265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DDD26-79FA-0346-AF66-F7AC944B4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5/29/19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6EBED-BEE1-E947-AF74-DAD7578FA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C13C7-2B44-2C47-9CF2-9F25B66C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55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1FAA8-6B4B-6543-9D8A-B24D883D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5/29/19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9D62E-6420-1040-93AD-EDBF251F8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9F285-CB5C-7541-BE8D-003953FA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3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0362-0BCA-B343-A073-9D87B336F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67464-9AF2-F547-941B-64E3A7073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98C31-2399-9140-A69B-6D4387F8C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83989-208A-D64A-8306-8BF0E0988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5/29/19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4F32-E3C1-3140-8794-7DB130F4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644DB-1533-8244-ACB0-C273D5A2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79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C829-3918-6240-A244-57BA57BC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4ECB79-5DD2-1945-AC82-FE95EB24E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80729-3E22-9C46-9BFD-ED771FBD5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FC78-1E86-E446-9D36-1AC058EE7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5/29/19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B663F-36B6-C24E-9AC9-07611230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F8FEE-BC94-6544-8E4F-D2B0C918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43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A559-F35D-0B4F-8779-C1B6A722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2C508-1900-F144-8B3B-DCE87BC56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92796-6504-7449-BF35-80545E97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5/29/19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5D169-AF39-9B46-9313-3E4C517B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6B015-115F-0C47-8330-3B9FD6C5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9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46C1DB-DE4E-8440-8721-219A6FE88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7E7B4-BD72-9C4D-88E0-D08526C7B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3AB98-4A3C-F84C-BA03-7BCCCD1D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5/29/19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37145-5CA1-E944-BE1D-40269AE6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FEFE-2CB0-1940-8146-E035893E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20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2280A7-AA23-8448-8A6F-3544E2FF2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D1548-5D9C-2E48-9C1B-2E26DF132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6C813-E97B-B449-911B-3B3BD8064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5CC04-B799-524D-B039-46A0DB3E8731}" type="datetimeFigureOut">
              <a:rPr lang="en-US" smtClean="0"/>
              <a:t>5/29/19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953FA-77F8-DD4F-922B-A71BEE7B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134DE-442B-1042-9614-9101CC028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5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5D82659-D9C4-FA44-AD2F-EB43C2E521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4557727"/>
              </p:ext>
            </p:extLst>
          </p:nvPr>
        </p:nvGraphicFramePr>
        <p:xfrm>
          <a:off x="1761334" y="0"/>
          <a:ext cx="5621332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748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36530" y="1014907"/>
            <a:ext cx="8709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085" y="1713711"/>
            <a:ext cx="730811" cy="507831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Cancers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730" y="1713710"/>
            <a:ext cx="204152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Cardiorespiratory diseases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4635" y="1703215"/>
            <a:ext cx="707246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9344" y="1703215"/>
            <a:ext cx="1103379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causes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5294" y="2497420"/>
            <a:ext cx="115262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4602" y="2497420"/>
            <a:ext cx="95385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1823" y="3307159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7591" y="3290500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6882" y="3785257"/>
            <a:ext cx="9345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Drownings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2411" y="3785259"/>
            <a:ext cx="158383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unintentional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345" y="3307159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Self-harm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3850" y="3307159"/>
            <a:ext cx="691216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4572001" y="1567280"/>
            <a:ext cx="36974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H="1">
            <a:off x="486440" y="1566351"/>
            <a:ext cx="4063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CC05ED1-407B-6A40-BA11-8668BFD97FC8}"/>
              </a:ext>
            </a:extLst>
          </p:cNvPr>
          <p:cNvSpPr txBox="1"/>
          <p:nvPr/>
        </p:nvSpPr>
        <p:spPr>
          <a:xfrm>
            <a:off x="279278" y="2242126"/>
            <a:ext cx="1217706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Cardiovascular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2E1650F-6B4A-1A4E-8020-E92ECC70D18F}"/>
              </a:ext>
            </a:extLst>
          </p:cNvPr>
          <p:cNvSpPr txBox="1"/>
          <p:nvPr/>
        </p:nvSpPr>
        <p:spPr>
          <a:xfrm>
            <a:off x="2342274" y="2587997"/>
            <a:ext cx="98841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Respiratory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infections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3BCE0AC-3B31-1747-9EEF-F75B8121CA64}"/>
              </a:ext>
            </a:extLst>
          </p:cNvPr>
          <p:cNvSpPr txBox="1"/>
          <p:nvPr/>
        </p:nvSpPr>
        <p:spPr>
          <a:xfrm>
            <a:off x="-11382" y="3186628"/>
            <a:ext cx="1300356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 err="1">
                <a:solidFill>
                  <a:schemeClr val="bg1"/>
                </a:solidFill>
              </a:rPr>
              <a:t>Ischeamic</a:t>
            </a:r>
            <a:r>
              <a:rPr lang="en-US" sz="1350" dirty="0">
                <a:solidFill>
                  <a:schemeClr val="bg1"/>
                </a:solidFill>
              </a:rPr>
              <a:t> heart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1AAA472-66B2-6A4B-96F0-1693E70DD494}"/>
              </a:ext>
            </a:extLst>
          </p:cNvPr>
          <p:cNvSpPr txBox="1"/>
          <p:nvPr/>
        </p:nvSpPr>
        <p:spPr>
          <a:xfrm>
            <a:off x="7981" y="3833122"/>
            <a:ext cx="1364028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Cerebrovascular 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14382E4-1E72-CE42-B958-C4431CDB123C}"/>
              </a:ext>
            </a:extLst>
          </p:cNvPr>
          <p:cNvSpPr txBox="1"/>
          <p:nvPr/>
        </p:nvSpPr>
        <p:spPr>
          <a:xfrm>
            <a:off x="1545837" y="3197099"/>
            <a:ext cx="159287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Chronic obstructive 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pulmonary disease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4785F22-2A4A-5C40-97D4-706F5F5B1FBB}"/>
              </a:ext>
            </a:extLst>
          </p:cNvPr>
          <p:cNvSpPr txBox="1"/>
          <p:nvPr/>
        </p:nvSpPr>
        <p:spPr>
          <a:xfrm>
            <a:off x="1544828" y="3785257"/>
            <a:ext cx="1714059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Respiratory infections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E823727-D5FB-CF4B-A664-01D8A3117FA4}"/>
              </a:ext>
            </a:extLst>
          </p:cNvPr>
          <p:cNvSpPr txBox="1"/>
          <p:nvPr/>
        </p:nvSpPr>
        <p:spPr>
          <a:xfrm>
            <a:off x="-51884" y="4421247"/>
            <a:ext cx="1647503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cardiovascular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3732253-9019-6F42-B752-C8F73A718253}"/>
              </a:ext>
            </a:extLst>
          </p:cNvPr>
          <p:cNvSpPr txBox="1"/>
          <p:nvPr/>
        </p:nvSpPr>
        <p:spPr>
          <a:xfrm>
            <a:off x="1685858" y="4236179"/>
            <a:ext cx="1405899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respiratory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</p:spTree>
    <p:extLst>
      <p:ext uri="{BB962C8B-B14F-4D97-AF65-F5344CB8AC3E}">
        <p14:creationId xmlns:p14="http://schemas.microsoft.com/office/powerpoint/2010/main" val="3093055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70193" y="1014907"/>
            <a:ext cx="80361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0494" y="1719515"/>
            <a:ext cx="67358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739" y="1719515"/>
            <a:ext cx="14131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Cardiorespiratory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492" y="1719515"/>
            <a:ext cx="70724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694" y="171951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0926" y="2424124"/>
            <a:ext cx="11526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3141" y="2424124"/>
            <a:ext cx="9538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411" y="3288675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6328" y="3288675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404" y="3288675"/>
            <a:ext cx="86722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Drowning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9101" y="328867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864" y="3286521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Self-harm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88259" y="3305166"/>
            <a:ext cx="69121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72001" y="1567281"/>
            <a:ext cx="1980929" cy="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893200" y="1566353"/>
            <a:ext cx="2656870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893201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030893" y="1996515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5445487" y="1996514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5038082" y="2699848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5851689" y="3141662"/>
            <a:ext cx="18588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1108476" y="3126182"/>
            <a:ext cx="3903339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3574316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5275709" y="1566352"/>
            <a:ext cx="8617" cy="15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6545507" y="159627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1136201" y="315610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2024094" y="3141926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018816" y="3152252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4065915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634474" y="3141662"/>
            <a:ext cx="1" cy="14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7710582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5851689" y="2698571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5640061" y="3141719"/>
            <a:ext cx="202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9414" y="3765425"/>
            <a:ext cx="68640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Pedestrian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2986" y="3776052"/>
            <a:ext cx="4844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Cyclist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23" y="4014501"/>
            <a:ext cx="771365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Motorcyclist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505" y="4014501"/>
            <a:ext cx="84189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 vehicle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00" y="4264601"/>
            <a:ext cx="4587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139913" y="3588443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04208" y="3601944"/>
            <a:ext cx="1587294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Fire, heat, and hot substances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2966" y="4588028"/>
            <a:ext cx="157927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firearm injuries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04208" y="3844028"/>
            <a:ext cx="160492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gases and vapors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2086" y="4087135"/>
            <a:ext cx="127470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pesticides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7071" y="4335914"/>
            <a:ext cx="140134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other means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2085" y="4820761"/>
            <a:ext cx="138691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suffocation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50006" y="5056271"/>
            <a:ext cx="191270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exposure to mechanical forces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90427" y="5289780"/>
            <a:ext cx="193033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Adverse effects of medical treatment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94241" y="5528131"/>
            <a:ext cx="1449614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Venomous animal contact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2849" y="5539056"/>
            <a:ext cx="160062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Non-venomous animal contact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653801" y="5142600"/>
            <a:ext cx="144961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Pulmonary aspiration and foreign body in airway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62954" y="5774444"/>
            <a:ext cx="1148233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Foreign body in eyes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82539" y="5992058"/>
            <a:ext cx="1666886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Foreign body in other body part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43254" y="5050295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unintentional injuries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76947" y="3599338"/>
            <a:ext cx="115448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firearm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58703" y="3841421"/>
            <a:ext cx="18469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other specified means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5835" y="3616499"/>
            <a:ext cx="1035861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firearm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35835" y="3858583"/>
            <a:ext cx="15520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sharp object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38205" y="4100066"/>
            <a:ext cx="128272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means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38205" y="4342150"/>
            <a:ext cx="1950617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Collective violence and legal intervention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1481" y="4650133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Exposure to forces of nature, disaster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57294" y="5514233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Exposure to forces of nature, non-disaster</a:t>
            </a:r>
          </a:p>
        </p:txBody>
      </p:sp>
    </p:spTree>
    <p:extLst>
      <p:ext uri="{BB962C8B-B14F-4D97-AF65-F5344CB8AC3E}">
        <p14:creationId xmlns:p14="http://schemas.microsoft.com/office/powerpoint/2010/main" val="128898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70193" y="1014907"/>
            <a:ext cx="80361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0494" y="1719515"/>
            <a:ext cx="67358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739" y="1719515"/>
            <a:ext cx="14131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Cardiorespiratory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492" y="1719515"/>
            <a:ext cx="70724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694" y="171951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0926" y="2424124"/>
            <a:ext cx="11526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3141" y="2424124"/>
            <a:ext cx="9538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411" y="3288675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6328" y="3288675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404" y="3288675"/>
            <a:ext cx="86722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Drowning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4739" y="3288675"/>
            <a:ext cx="157902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Unintentional other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98864" y="3286521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Self-harm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93666" y="3305166"/>
            <a:ext cx="69121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72001" y="1567281"/>
            <a:ext cx="1980929" cy="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893200" y="1566353"/>
            <a:ext cx="2656870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893201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030893" y="1996515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5445487" y="1996514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5038082" y="2699848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851688" y="3141663"/>
            <a:ext cx="3040064" cy="10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1108476" y="3126182"/>
            <a:ext cx="3903339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3574316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5275709" y="1566352"/>
            <a:ext cx="8617" cy="15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6545507" y="159627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1136201" y="315610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2024094" y="3141926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018816" y="3152252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4065915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634474" y="3141662"/>
            <a:ext cx="1" cy="14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7710582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5851689" y="2698571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5640061" y="3141719"/>
            <a:ext cx="202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9414" y="3765425"/>
            <a:ext cx="68640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Pedestrian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2986" y="3776052"/>
            <a:ext cx="4844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Cyclist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23" y="4014501"/>
            <a:ext cx="771365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Motorcyclist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505" y="4014501"/>
            <a:ext cx="84189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 vehicle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00" y="4264601"/>
            <a:ext cx="4587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139913" y="3588443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04208" y="3601944"/>
            <a:ext cx="1587294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Fire, heat, and hot substances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2966" y="4588028"/>
            <a:ext cx="157927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firearm injuries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04208" y="3844028"/>
            <a:ext cx="160492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gases and vapors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2086" y="4087135"/>
            <a:ext cx="127470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pesticides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7071" y="4335914"/>
            <a:ext cx="140134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other means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2085" y="4820761"/>
            <a:ext cx="138691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suffocation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50006" y="5056271"/>
            <a:ext cx="191270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exposure to mechanical forces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90427" y="5289780"/>
            <a:ext cx="193033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Adverse effects of medical treatment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94241" y="5528131"/>
            <a:ext cx="1449614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Venomous animal contact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2849" y="5539056"/>
            <a:ext cx="160062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Non-venomous animal contact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653801" y="5142600"/>
            <a:ext cx="144961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Pulmonary aspiration and foreign body in airway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62954" y="5774444"/>
            <a:ext cx="1148233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Foreign body in eyes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82539" y="5785230"/>
            <a:ext cx="1666886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Foreign body in other body part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1482" y="5289780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unintentional injuries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76947" y="3599338"/>
            <a:ext cx="115448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firearm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58703" y="3841421"/>
            <a:ext cx="18469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other specified means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41244" y="3616499"/>
            <a:ext cx="1035861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firearm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57008" y="3858583"/>
            <a:ext cx="15520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sharp object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38205" y="4100066"/>
            <a:ext cx="128272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means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93383" y="4727379"/>
            <a:ext cx="1950617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00"/>
                </a:solidFill>
              </a:rPr>
              <a:t>Collective violence and legal intervention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1481" y="4900504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Exposure to forces of nature, disaster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833494" y="5601319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Exposure to forces of nature, non-disaster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2837" y="3236217"/>
            <a:ext cx="1109046" cy="507831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 other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8883217" y="316089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8984915" y="3720374"/>
            <a:ext cx="1430" cy="101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95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335</Words>
  <Application>Microsoft Macintosh PowerPoint</Application>
  <PresentationFormat>On-screen Show (4:3)</PresentationFormat>
  <Paragraphs>139</Paragraphs>
  <Slides>4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Parks, Robbie M</dc:creator>
  <cp:lastModifiedBy>Robbie Parks</cp:lastModifiedBy>
  <cp:revision>68</cp:revision>
  <cp:lastPrinted>2019-05-29T08:52:04Z</cp:lastPrinted>
  <dcterms:created xsi:type="dcterms:W3CDTF">2018-04-12T10:02:11Z</dcterms:created>
  <dcterms:modified xsi:type="dcterms:W3CDTF">2019-05-29T08:55:07Z</dcterms:modified>
</cp:coreProperties>
</file>