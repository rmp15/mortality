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64" r:id="rId2"/>
  </p:sldIdLst>
  <p:sldSz cx="22631400" cy="32042100"/>
  <p:notesSz cx="6669088" cy="9928225"/>
  <p:defaultTextStyle>
    <a:defPPr>
      <a:defRPr lang="en-GB"/>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0092">
          <p15:clr>
            <a:srgbClr val="A4A3A4"/>
          </p15:clr>
        </p15:guide>
        <p15:guide id="2" pos="71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505"/>
    <a:srgbClr val="FE9914"/>
    <a:srgbClr val="9C5691"/>
    <a:srgbClr val="8626AC"/>
    <a:srgbClr val="009999"/>
    <a:srgbClr val="0E207F"/>
    <a:srgbClr val="7D90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97" autoAdjust="0"/>
    <p:restoredTop sz="99791" autoAdjust="0"/>
  </p:normalViewPr>
  <p:slideViewPr>
    <p:cSldViewPr>
      <p:cViewPr varScale="1">
        <p:scale>
          <a:sx n="24" d="100"/>
          <a:sy n="24" d="100"/>
        </p:scale>
        <p:origin x="3306" y="108"/>
      </p:cViewPr>
      <p:guideLst>
        <p:guide orient="horz" pos="10092"/>
        <p:guide pos="7128"/>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0" y="0"/>
            <a:ext cx="2889250" cy="496888"/>
          </a:xfrm>
          <a:prstGeom prst="rect">
            <a:avLst/>
          </a:prstGeom>
          <a:noFill/>
          <a:ln w="9525">
            <a:noFill/>
            <a:miter lim="800000"/>
            <a:headEnd/>
            <a:tailEnd/>
          </a:ln>
          <a:effectLst/>
        </p:spPr>
        <p:txBody>
          <a:bodyPr vert="horz" wrap="square" lIns="94833" tIns="47417" rIns="94833" bIns="47417" numCol="1" anchor="t" anchorCtr="0" compatLnSpc="1">
            <a:prstTxWarp prst="textNoShape">
              <a:avLst/>
            </a:prstTxWarp>
          </a:bodyPr>
          <a:lstStyle>
            <a:lvl1pPr defTabSz="947770">
              <a:defRPr sz="1200">
                <a:latin typeface="Arial" charset="0"/>
              </a:defRPr>
            </a:lvl1pPr>
          </a:lstStyle>
          <a:p>
            <a:pPr>
              <a:defRPr/>
            </a:pPr>
            <a:endParaRPr lang="en-GB"/>
          </a:p>
        </p:txBody>
      </p:sp>
      <p:sp>
        <p:nvSpPr>
          <p:cNvPr id="4099" name="Rectangle 1027"/>
          <p:cNvSpPr>
            <a:spLocks noGrp="1" noChangeArrowheads="1"/>
          </p:cNvSpPr>
          <p:nvPr>
            <p:ph type="dt" sz="quarter" idx="1"/>
          </p:nvPr>
        </p:nvSpPr>
        <p:spPr bwMode="auto">
          <a:xfrm>
            <a:off x="3779838" y="0"/>
            <a:ext cx="2889250" cy="496888"/>
          </a:xfrm>
          <a:prstGeom prst="rect">
            <a:avLst/>
          </a:prstGeom>
          <a:noFill/>
          <a:ln w="9525">
            <a:noFill/>
            <a:miter lim="800000"/>
            <a:headEnd/>
            <a:tailEnd/>
          </a:ln>
          <a:effectLst/>
        </p:spPr>
        <p:txBody>
          <a:bodyPr vert="horz" wrap="square" lIns="94833" tIns="47417" rIns="94833" bIns="47417" numCol="1" anchor="t" anchorCtr="0" compatLnSpc="1">
            <a:prstTxWarp prst="textNoShape">
              <a:avLst/>
            </a:prstTxWarp>
          </a:bodyPr>
          <a:lstStyle>
            <a:lvl1pPr algn="r" defTabSz="947770">
              <a:defRPr sz="1200">
                <a:latin typeface="Arial" charset="0"/>
              </a:defRPr>
            </a:lvl1pPr>
          </a:lstStyle>
          <a:p>
            <a:pPr>
              <a:defRPr/>
            </a:pPr>
            <a:endParaRPr lang="en-GB"/>
          </a:p>
        </p:txBody>
      </p:sp>
      <p:sp>
        <p:nvSpPr>
          <p:cNvPr id="4100" name="Rectangle 1028"/>
          <p:cNvSpPr>
            <a:spLocks noGrp="1" noChangeArrowheads="1"/>
          </p:cNvSpPr>
          <p:nvPr>
            <p:ph type="ftr" sz="quarter" idx="2"/>
          </p:nvPr>
        </p:nvSpPr>
        <p:spPr bwMode="auto">
          <a:xfrm>
            <a:off x="0" y="9431338"/>
            <a:ext cx="2889250" cy="496887"/>
          </a:xfrm>
          <a:prstGeom prst="rect">
            <a:avLst/>
          </a:prstGeom>
          <a:noFill/>
          <a:ln w="9525">
            <a:noFill/>
            <a:miter lim="800000"/>
            <a:headEnd/>
            <a:tailEnd/>
          </a:ln>
          <a:effectLst/>
        </p:spPr>
        <p:txBody>
          <a:bodyPr vert="horz" wrap="square" lIns="94833" tIns="47417" rIns="94833" bIns="47417" numCol="1" anchor="b" anchorCtr="0" compatLnSpc="1">
            <a:prstTxWarp prst="textNoShape">
              <a:avLst/>
            </a:prstTxWarp>
          </a:bodyPr>
          <a:lstStyle>
            <a:lvl1pPr defTabSz="947770">
              <a:defRPr sz="1200">
                <a:latin typeface="Arial" charset="0"/>
              </a:defRPr>
            </a:lvl1pPr>
          </a:lstStyle>
          <a:p>
            <a:pPr>
              <a:defRPr/>
            </a:pPr>
            <a:endParaRPr lang="en-GB"/>
          </a:p>
        </p:txBody>
      </p:sp>
      <p:sp>
        <p:nvSpPr>
          <p:cNvPr id="4101" name="Rectangle 1029"/>
          <p:cNvSpPr>
            <a:spLocks noGrp="1" noChangeArrowheads="1"/>
          </p:cNvSpPr>
          <p:nvPr>
            <p:ph type="sldNum" sz="quarter" idx="3"/>
          </p:nvPr>
        </p:nvSpPr>
        <p:spPr bwMode="auto">
          <a:xfrm>
            <a:off x="3779838" y="9431338"/>
            <a:ext cx="2889250" cy="496887"/>
          </a:xfrm>
          <a:prstGeom prst="rect">
            <a:avLst/>
          </a:prstGeom>
          <a:noFill/>
          <a:ln w="9525">
            <a:noFill/>
            <a:miter lim="800000"/>
            <a:headEnd/>
            <a:tailEnd/>
          </a:ln>
          <a:effectLst/>
        </p:spPr>
        <p:txBody>
          <a:bodyPr vert="horz" wrap="square" lIns="94833" tIns="47417" rIns="94833" bIns="47417" numCol="1" anchor="b" anchorCtr="0" compatLnSpc="1">
            <a:prstTxWarp prst="textNoShape">
              <a:avLst/>
            </a:prstTxWarp>
          </a:bodyPr>
          <a:lstStyle>
            <a:lvl1pPr algn="r" defTabSz="947738">
              <a:defRPr sz="1200"/>
            </a:lvl1pPr>
          </a:lstStyle>
          <a:p>
            <a:fld id="{068F62BA-95E1-40E8-8F5F-ADFBAB3689EC}" type="slidenum">
              <a:rPr lang="en-GB" altLang="en-US"/>
              <a:pPr/>
              <a:t>‹#›</a:t>
            </a:fld>
            <a:endParaRPr lang="en-GB" altLang="en-US"/>
          </a:p>
        </p:txBody>
      </p:sp>
    </p:spTree>
    <p:extLst>
      <p:ext uri="{BB962C8B-B14F-4D97-AF65-F5344CB8AC3E}">
        <p14:creationId xmlns:p14="http://schemas.microsoft.com/office/powerpoint/2010/main" val="11144925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250" cy="496888"/>
          </a:xfrm>
          <a:prstGeom prst="rect">
            <a:avLst/>
          </a:prstGeom>
        </p:spPr>
        <p:txBody>
          <a:bodyPr vert="horz" lIns="91440" tIns="45720" rIns="91440" bIns="45720" rtlCol="0"/>
          <a:lstStyle>
            <a:lvl1pPr algn="l">
              <a:defRPr sz="1200">
                <a:latin typeface="Arial" pitchFamily="34" charset="0"/>
              </a:defRPr>
            </a:lvl1pPr>
          </a:lstStyle>
          <a:p>
            <a:pPr>
              <a:defRPr/>
            </a:pPr>
            <a:endParaRPr lang="en-GB"/>
          </a:p>
        </p:txBody>
      </p:sp>
      <p:sp>
        <p:nvSpPr>
          <p:cNvPr id="3" name="Date Placeholder 2"/>
          <p:cNvSpPr>
            <a:spLocks noGrp="1"/>
          </p:cNvSpPr>
          <p:nvPr>
            <p:ph type="dt" idx="1"/>
          </p:nvPr>
        </p:nvSpPr>
        <p:spPr>
          <a:xfrm>
            <a:off x="3778250" y="0"/>
            <a:ext cx="2889250" cy="496888"/>
          </a:xfrm>
          <a:prstGeom prst="rect">
            <a:avLst/>
          </a:prstGeom>
        </p:spPr>
        <p:txBody>
          <a:bodyPr vert="horz" lIns="91440" tIns="45720" rIns="91440" bIns="45720" rtlCol="0"/>
          <a:lstStyle>
            <a:lvl1pPr algn="r">
              <a:defRPr sz="1200">
                <a:latin typeface="Arial" pitchFamily="34" charset="0"/>
              </a:defRPr>
            </a:lvl1pPr>
          </a:lstStyle>
          <a:p>
            <a:pPr>
              <a:defRPr/>
            </a:pPr>
            <a:fld id="{A0C2C47B-7D86-46EF-B59C-C6BD3D5D3220}" type="datetimeFigureOut">
              <a:rPr lang="en-GB"/>
              <a:pPr>
                <a:defRPr/>
              </a:pPr>
              <a:t>05/04/2016</a:t>
            </a:fld>
            <a:endParaRPr lang="en-GB"/>
          </a:p>
        </p:txBody>
      </p:sp>
      <p:sp>
        <p:nvSpPr>
          <p:cNvPr id="4" name="Slide Image Placeholder 3"/>
          <p:cNvSpPr>
            <a:spLocks noGrp="1" noRot="1" noChangeAspect="1"/>
          </p:cNvSpPr>
          <p:nvPr>
            <p:ph type="sldImg" idx="2"/>
          </p:nvPr>
        </p:nvSpPr>
        <p:spPr>
          <a:xfrm>
            <a:off x="2019300" y="744538"/>
            <a:ext cx="2630488" cy="3722687"/>
          </a:xfrm>
          <a:prstGeom prst="rect">
            <a:avLst/>
          </a:prstGeom>
          <a:noFill/>
          <a:ln w="12700">
            <a:solidFill>
              <a:prstClr val="black"/>
            </a:solidFill>
          </a:ln>
        </p:spPr>
        <p:txBody>
          <a:bodyPr vert="horz" lIns="91440" tIns="45720" rIns="91440" bIns="45720" rtlCol="0" anchor="ctr"/>
          <a:lstStyle/>
          <a:p>
            <a:pPr lvl="0"/>
            <a:endParaRPr lang="en-GB" noProof="0" smtClean="0"/>
          </a:p>
        </p:txBody>
      </p:sp>
      <p:sp>
        <p:nvSpPr>
          <p:cNvPr id="5" name="Notes Placeholder 4"/>
          <p:cNvSpPr>
            <a:spLocks noGrp="1"/>
          </p:cNvSpPr>
          <p:nvPr>
            <p:ph type="body" sz="quarter" idx="3"/>
          </p:nvPr>
        </p:nvSpPr>
        <p:spPr>
          <a:xfrm>
            <a:off x="666750" y="4716463"/>
            <a:ext cx="5335588" cy="4467225"/>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smtClean="0"/>
          </a:p>
        </p:txBody>
      </p:sp>
      <p:sp>
        <p:nvSpPr>
          <p:cNvPr id="6" name="Footer Placeholder 5"/>
          <p:cNvSpPr>
            <a:spLocks noGrp="1"/>
          </p:cNvSpPr>
          <p:nvPr>
            <p:ph type="ftr" sz="quarter" idx="4"/>
          </p:nvPr>
        </p:nvSpPr>
        <p:spPr>
          <a:xfrm>
            <a:off x="0" y="9429750"/>
            <a:ext cx="2889250" cy="496888"/>
          </a:xfrm>
          <a:prstGeom prst="rect">
            <a:avLst/>
          </a:prstGeom>
        </p:spPr>
        <p:txBody>
          <a:bodyPr vert="horz" lIns="91440" tIns="45720" rIns="91440" bIns="45720" rtlCol="0" anchor="b"/>
          <a:lstStyle>
            <a:lvl1pPr algn="l">
              <a:defRPr sz="1200">
                <a:latin typeface="Arial" pitchFamily="34" charset="0"/>
              </a:defRPr>
            </a:lvl1pPr>
          </a:lstStyle>
          <a:p>
            <a:pPr>
              <a:defRPr/>
            </a:pPr>
            <a:endParaRPr lang="en-GB"/>
          </a:p>
        </p:txBody>
      </p:sp>
      <p:sp>
        <p:nvSpPr>
          <p:cNvPr id="7" name="Slide Number Placeholder 6"/>
          <p:cNvSpPr>
            <a:spLocks noGrp="1"/>
          </p:cNvSpPr>
          <p:nvPr>
            <p:ph type="sldNum" sz="quarter" idx="5"/>
          </p:nvPr>
        </p:nvSpPr>
        <p:spPr>
          <a:xfrm>
            <a:off x="3778250" y="9429750"/>
            <a:ext cx="2889250" cy="496888"/>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A36D8AE5-A977-4241-BB15-9C27287B7ACC}" type="slidenum">
              <a:rPr lang="en-GB" altLang="en-US"/>
              <a:pPr/>
              <a:t>‹#›</a:t>
            </a:fld>
            <a:endParaRPr lang="en-GB" altLang="en-US"/>
          </a:p>
        </p:txBody>
      </p:sp>
    </p:spTree>
    <p:extLst>
      <p:ext uri="{BB962C8B-B14F-4D97-AF65-F5344CB8AC3E}">
        <p14:creationId xmlns:p14="http://schemas.microsoft.com/office/powerpoint/2010/main" val="9279336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97580" y="9954719"/>
            <a:ext cx="19236241" cy="6866485"/>
          </a:xfrm>
        </p:spPr>
        <p:txBody>
          <a:bodyPr/>
          <a:lstStyle/>
          <a:p>
            <a:r>
              <a:rPr lang="en-US" smtClean="0"/>
              <a:t>Click to edit Master title style</a:t>
            </a:r>
            <a:endParaRPr lang="en-GB"/>
          </a:p>
        </p:txBody>
      </p:sp>
      <p:sp>
        <p:nvSpPr>
          <p:cNvPr id="3" name="Subtitle 2"/>
          <p:cNvSpPr>
            <a:spLocks noGrp="1"/>
          </p:cNvSpPr>
          <p:nvPr>
            <p:ph type="subTitle" idx="1"/>
          </p:nvPr>
        </p:nvSpPr>
        <p:spPr>
          <a:xfrm>
            <a:off x="3395159" y="18156291"/>
            <a:ext cx="15841083" cy="819033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7530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687891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87280" y="20590467"/>
            <a:ext cx="19237363" cy="6363017"/>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787280" y="13580133"/>
            <a:ext cx="19237363" cy="7010334"/>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76270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2368089" y="9271442"/>
            <a:ext cx="9230167" cy="191857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11705896" y="9271442"/>
            <a:ext cx="9230167" cy="191857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039581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1346" y="1283393"/>
            <a:ext cx="20368709" cy="534035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1131347" y="7172164"/>
            <a:ext cx="9999347" cy="29893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31347" y="10161500"/>
            <a:ext cx="9999347" cy="18461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11496223" y="7172164"/>
            <a:ext cx="10003832" cy="29893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11496223" y="10161500"/>
            <a:ext cx="10003832" cy="18461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86359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extLst>
      <p:ext uri="{BB962C8B-B14F-4D97-AF65-F5344CB8AC3E}">
        <p14:creationId xmlns:p14="http://schemas.microsoft.com/office/powerpoint/2010/main" val="249337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553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1346" y="1276650"/>
            <a:ext cx="7446251" cy="5428008"/>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8847819" y="1276650"/>
            <a:ext cx="12652235" cy="2734681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1131346" y="6704657"/>
            <a:ext cx="7446251" cy="2191881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9257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35683" y="22429022"/>
            <a:ext cx="13579513" cy="2647699"/>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4435683" y="2863471"/>
            <a:ext cx="13579513" cy="192239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4435683" y="25076721"/>
            <a:ext cx="13579513" cy="37602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54583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395896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294070" y="2802786"/>
            <a:ext cx="4641993" cy="2565435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2368089" y="2802786"/>
            <a:ext cx="13818340" cy="2565435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992451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224338" y="2803525"/>
            <a:ext cx="15716250" cy="140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12375" tIns="156187" rIns="312375" bIns="156187" numCol="1" anchor="ctr" anchorCtr="0" compatLnSpc="1">
            <a:prstTxWarp prst="textNoShape">
              <a:avLst/>
            </a:prstTxWarp>
          </a:bodyPr>
          <a:lstStyle/>
          <a:p>
            <a:pPr lvl="0"/>
            <a:r>
              <a:rPr lang="en-GB" altLang="en-US" smtClean="0"/>
              <a:t>Click to edit Master title style</a:t>
            </a:r>
          </a:p>
        </p:txBody>
      </p:sp>
      <p:sp>
        <p:nvSpPr>
          <p:cNvPr id="1027" name="Text Box 8"/>
          <p:cNvSpPr txBox="1">
            <a:spLocks noChangeArrowheads="1"/>
          </p:cNvSpPr>
          <p:nvPr userDrawn="1"/>
        </p:nvSpPr>
        <p:spPr bwMode="auto">
          <a:xfrm>
            <a:off x="4143375" y="4579938"/>
            <a:ext cx="15770225" cy="450850"/>
          </a:xfrm>
          <a:prstGeom prst="rect">
            <a:avLst/>
          </a:prstGeom>
          <a:noFill/>
          <a:ln>
            <a:noFill/>
          </a:ln>
          <a:extLst/>
        </p:spPr>
        <p:txBody>
          <a:bodyPr lIns="64630" tIns="32315" rIns="64630" bIns="32315">
            <a:spAutoFit/>
          </a:bodyPr>
          <a:lstStyle>
            <a:lvl1pPr defTabSz="646113" eaLnBrk="0" hangingPunct="0">
              <a:defRPr sz="2400">
                <a:solidFill>
                  <a:schemeClr val="tx1"/>
                </a:solidFill>
                <a:latin typeface="Arial" charset="0"/>
              </a:defRPr>
            </a:lvl1pPr>
            <a:lvl2pPr marL="742950" indent="-285750" defTabSz="646113" eaLnBrk="0" hangingPunct="0">
              <a:defRPr sz="2400">
                <a:solidFill>
                  <a:schemeClr val="tx1"/>
                </a:solidFill>
                <a:latin typeface="Arial" charset="0"/>
              </a:defRPr>
            </a:lvl2pPr>
            <a:lvl3pPr marL="1143000" indent="-228600" defTabSz="646113" eaLnBrk="0" hangingPunct="0">
              <a:defRPr sz="2400">
                <a:solidFill>
                  <a:schemeClr val="tx1"/>
                </a:solidFill>
                <a:latin typeface="Arial" charset="0"/>
              </a:defRPr>
            </a:lvl3pPr>
            <a:lvl4pPr marL="1600200" indent="-228600" defTabSz="646113" eaLnBrk="0" hangingPunct="0">
              <a:defRPr sz="2400">
                <a:solidFill>
                  <a:schemeClr val="tx1"/>
                </a:solidFill>
                <a:latin typeface="Arial" charset="0"/>
              </a:defRPr>
            </a:lvl4pPr>
            <a:lvl5pPr marL="2057400" indent="-228600" defTabSz="646113" eaLnBrk="0" hangingPunct="0">
              <a:defRPr sz="2400">
                <a:solidFill>
                  <a:schemeClr val="tx1"/>
                </a:solidFill>
                <a:latin typeface="Arial" charset="0"/>
              </a:defRPr>
            </a:lvl5pPr>
            <a:lvl6pPr marL="2514600" indent="-228600" defTabSz="646113" eaLnBrk="0" fontAlgn="base" hangingPunct="0">
              <a:spcBef>
                <a:spcPct val="0"/>
              </a:spcBef>
              <a:spcAft>
                <a:spcPct val="0"/>
              </a:spcAft>
              <a:defRPr sz="2400">
                <a:solidFill>
                  <a:schemeClr val="tx1"/>
                </a:solidFill>
                <a:latin typeface="Arial" charset="0"/>
              </a:defRPr>
            </a:lvl6pPr>
            <a:lvl7pPr marL="2971800" indent="-228600" defTabSz="646113" eaLnBrk="0" fontAlgn="base" hangingPunct="0">
              <a:spcBef>
                <a:spcPct val="0"/>
              </a:spcBef>
              <a:spcAft>
                <a:spcPct val="0"/>
              </a:spcAft>
              <a:defRPr sz="2400">
                <a:solidFill>
                  <a:schemeClr val="tx1"/>
                </a:solidFill>
                <a:latin typeface="Arial" charset="0"/>
              </a:defRPr>
            </a:lvl7pPr>
            <a:lvl8pPr marL="3429000" indent="-228600" defTabSz="646113" eaLnBrk="0" fontAlgn="base" hangingPunct="0">
              <a:spcBef>
                <a:spcPct val="0"/>
              </a:spcBef>
              <a:spcAft>
                <a:spcPct val="0"/>
              </a:spcAft>
              <a:defRPr sz="2400">
                <a:solidFill>
                  <a:schemeClr val="tx1"/>
                </a:solidFill>
                <a:latin typeface="Arial" charset="0"/>
              </a:defRPr>
            </a:lvl8pPr>
            <a:lvl9pPr marL="3886200" indent="-228600" defTabSz="646113" eaLnBrk="0" fontAlgn="base" hangingPunct="0">
              <a:spcBef>
                <a:spcPct val="0"/>
              </a:spcBef>
              <a:spcAft>
                <a:spcPct val="0"/>
              </a:spcAft>
              <a:defRPr sz="2400">
                <a:solidFill>
                  <a:schemeClr val="tx1"/>
                </a:solidFill>
                <a:latin typeface="Arial" charset="0"/>
              </a:defRPr>
            </a:lvl9pPr>
          </a:lstStyle>
          <a:p>
            <a:pPr eaLnBrk="1" hangingPunct="1">
              <a:spcBef>
                <a:spcPct val="50000"/>
              </a:spcBef>
              <a:defRPr/>
            </a:pPr>
            <a:endParaRPr lang="en-US" sz="2500" smtClean="0">
              <a:solidFill>
                <a:srgbClr val="0E207F"/>
              </a:solidFill>
            </a:endParaRPr>
          </a:p>
        </p:txBody>
      </p:sp>
      <p:sp>
        <p:nvSpPr>
          <p:cNvPr id="1028" name="Rectangle 9"/>
          <p:cNvSpPr>
            <a:spLocks noGrp="1" noChangeArrowheads="1"/>
          </p:cNvSpPr>
          <p:nvPr>
            <p:ph type="body" idx="1"/>
          </p:nvPr>
        </p:nvSpPr>
        <p:spPr bwMode="auto">
          <a:xfrm>
            <a:off x="2368550" y="9271000"/>
            <a:ext cx="18567400" cy="1918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4630" tIns="32315" rIns="64630" bIns="32315"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124200" rtl="0" eaLnBrk="0" fontAlgn="base" hangingPunct="0">
        <a:spcBef>
          <a:spcPct val="0"/>
        </a:spcBef>
        <a:spcAft>
          <a:spcPct val="0"/>
        </a:spcAft>
        <a:defRPr sz="2800">
          <a:solidFill>
            <a:srgbClr val="FE9914"/>
          </a:solidFill>
          <a:latin typeface="+mj-lt"/>
          <a:ea typeface="+mj-ea"/>
          <a:cs typeface="+mj-cs"/>
        </a:defRPr>
      </a:lvl1pPr>
      <a:lvl2pPr algn="ctr" defTabSz="3124200" rtl="0" eaLnBrk="0" fontAlgn="base" hangingPunct="0">
        <a:spcBef>
          <a:spcPct val="0"/>
        </a:spcBef>
        <a:spcAft>
          <a:spcPct val="0"/>
        </a:spcAft>
        <a:defRPr sz="2800">
          <a:solidFill>
            <a:srgbClr val="FE9914"/>
          </a:solidFill>
          <a:latin typeface="Arial" charset="0"/>
        </a:defRPr>
      </a:lvl2pPr>
      <a:lvl3pPr algn="ctr" defTabSz="3124200" rtl="0" eaLnBrk="0" fontAlgn="base" hangingPunct="0">
        <a:spcBef>
          <a:spcPct val="0"/>
        </a:spcBef>
        <a:spcAft>
          <a:spcPct val="0"/>
        </a:spcAft>
        <a:defRPr sz="2800">
          <a:solidFill>
            <a:srgbClr val="FE9914"/>
          </a:solidFill>
          <a:latin typeface="Arial" charset="0"/>
        </a:defRPr>
      </a:lvl3pPr>
      <a:lvl4pPr algn="ctr" defTabSz="3124200" rtl="0" eaLnBrk="0" fontAlgn="base" hangingPunct="0">
        <a:spcBef>
          <a:spcPct val="0"/>
        </a:spcBef>
        <a:spcAft>
          <a:spcPct val="0"/>
        </a:spcAft>
        <a:defRPr sz="2800">
          <a:solidFill>
            <a:srgbClr val="FE9914"/>
          </a:solidFill>
          <a:latin typeface="Arial" charset="0"/>
        </a:defRPr>
      </a:lvl4pPr>
      <a:lvl5pPr algn="ctr" defTabSz="3124200" rtl="0" eaLnBrk="0" fontAlgn="base" hangingPunct="0">
        <a:spcBef>
          <a:spcPct val="0"/>
        </a:spcBef>
        <a:spcAft>
          <a:spcPct val="0"/>
        </a:spcAft>
        <a:defRPr sz="2800">
          <a:solidFill>
            <a:srgbClr val="FE9914"/>
          </a:solidFill>
          <a:latin typeface="Arial" charset="0"/>
        </a:defRPr>
      </a:lvl5pPr>
      <a:lvl6pPr marL="457200" algn="ctr" defTabSz="3124200" rtl="0" fontAlgn="base">
        <a:spcBef>
          <a:spcPct val="0"/>
        </a:spcBef>
        <a:spcAft>
          <a:spcPct val="0"/>
        </a:spcAft>
        <a:defRPr sz="2800">
          <a:solidFill>
            <a:srgbClr val="FE9914"/>
          </a:solidFill>
          <a:latin typeface="Arial" charset="0"/>
        </a:defRPr>
      </a:lvl6pPr>
      <a:lvl7pPr marL="914400" algn="ctr" defTabSz="3124200" rtl="0" fontAlgn="base">
        <a:spcBef>
          <a:spcPct val="0"/>
        </a:spcBef>
        <a:spcAft>
          <a:spcPct val="0"/>
        </a:spcAft>
        <a:defRPr sz="2800">
          <a:solidFill>
            <a:srgbClr val="FE9914"/>
          </a:solidFill>
          <a:latin typeface="Arial" charset="0"/>
        </a:defRPr>
      </a:lvl7pPr>
      <a:lvl8pPr marL="1371600" algn="ctr" defTabSz="3124200" rtl="0" fontAlgn="base">
        <a:spcBef>
          <a:spcPct val="0"/>
        </a:spcBef>
        <a:spcAft>
          <a:spcPct val="0"/>
        </a:spcAft>
        <a:defRPr sz="2800">
          <a:solidFill>
            <a:srgbClr val="FE9914"/>
          </a:solidFill>
          <a:latin typeface="Arial" charset="0"/>
        </a:defRPr>
      </a:lvl8pPr>
      <a:lvl9pPr marL="1828800" algn="ctr" defTabSz="3124200" rtl="0" fontAlgn="base">
        <a:spcBef>
          <a:spcPct val="0"/>
        </a:spcBef>
        <a:spcAft>
          <a:spcPct val="0"/>
        </a:spcAft>
        <a:defRPr sz="2800">
          <a:solidFill>
            <a:srgbClr val="FE9914"/>
          </a:solidFill>
          <a:latin typeface="Arial" charset="0"/>
        </a:defRPr>
      </a:lvl9pPr>
    </p:titleStyle>
    <p:bodyStyle>
      <a:lvl1pPr marL="1171575" indent="-1171575" algn="l" defTabSz="3124200" rtl="0" eaLnBrk="0" fontAlgn="base" hangingPunct="0">
        <a:spcBef>
          <a:spcPct val="20000"/>
        </a:spcBef>
        <a:spcAft>
          <a:spcPct val="0"/>
        </a:spcAft>
        <a:buChar char="•"/>
        <a:defRPr sz="11000">
          <a:solidFill>
            <a:srgbClr val="0E207F"/>
          </a:solidFill>
          <a:latin typeface="+mn-lt"/>
          <a:ea typeface="+mn-ea"/>
          <a:cs typeface="+mn-cs"/>
        </a:defRPr>
      </a:lvl1pPr>
      <a:lvl2pPr marL="2538413" indent="-976313" algn="l" defTabSz="3124200" rtl="0" eaLnBrk="0" fontAlgn="base" hangingPunct="0">
        <a:spcBef>
          <a:spcPct val="20000"/>
        </a:spcBef>
        <a:spcAft>
          <a:spcPct val="0"/>
        </a:spcAft>
        <a:buChar char="–"/>
        <a:defRPr sz="9500">
          <a:solidFill>
            <a:srgbClr val="0E207F"/>
          </a:solidFill>
          <a:latin typeface="+mn-lt"/>
        </a:defRPr>
      </a:lvl2pPr>
      <a:lvl3pPr marL="3905250" indent="-781050" algn="l" defTabSz="3124200" rtl="0" eaLnBrk="0" fontAlgn="base" hangingPunct="0">
        <a:spcBef>
          <a:spcPct val="20000"/>
        </a:spcBef>
        <a:spcAft>
          <a:spcPct val="0"/>
        </a:spcAft>
        <a:buChar char="•"/>
        <a:defRPr sz="8200">
          <a:solidFill>
            <a:srgbClr val="0E207F"/>
          </a:solidFill>
          <a:latin typeface="+mn-lt"/>
        </a:defRPr>
      </a:lvl3pPr>
      <a:lvl4pPr marL="5467350" indent="-781050" algn="l" defTabSz="3124200" rtl="0" eaLnBrk="0" fontAlgn="base" hangingPunct="0">
        <a:spcBef>
          <a:spcPct val="20000"/>
        </a:spcBef>
        <a:spcAft>
          <a:spcPct val="0"/>
        </a:spcAft>
        <a:buChar char="–"/>
        <a:defRPr sz="6900">
          <a:solidFill>
            <a:srgbClr val="0E207F"/>
          </a:solidFill>
          <a:latin typeface="+mn-lt"/>
        </a:defRPr>
      </a:lvl4pPr>
      <a:lvl5pPr marL="7027863" indent="-781050" algn="l" defTabSz="3124200" rtl="0" eaLnBrk="0" fontAlgn="base" hangingPunct="0">
        <a:spcBef>
          <a:spcPct val="20000"/>
        </a:spcBef>
        <a:spcAft>
          <a:spcPct val="0"/>
        </a:spcAft>
        <a:buChar char="»"/>
        <a:defRPr sz="6900">
          <a:solidFill>
            <a:srgbClr val="0E207F"/>
          </a:solidFill>
          <a:latin typeface="+mn-lt"/>
        </a:defRPr>
      </a:lvl5pPr>
      <a:lvl6pPr marL="7485063" indent="-781050" algn="l" defTabSz="3124200" rtl="0" fontAlgn="base">
        <a:spcBef>
          <a:spcPct val="20000"/>
        </a:spcBef>
        <a:spcAft>
          <a:spcPct val="0"/>
        </a:spcAft>
        <a:buChar char="»"/>
        <a:defRPr sz="6900">
          <a:solidFill>
            <a:srgbClr val="0E207F"/>
          </a:solidFill>
          <a:latin typeface="+mn-lt"/>
        </a:defRPr>
      </a:lvl6pPr>
      <a:lvl7pPr marL="7942263" indent="-781050" algn="l" defTabSz="3124200" rtl="0" fontAlgn="base">
        <a:spcBef>
          <a:spcPct val="20000"/>
        </a:spcBef>
        <a:spcAft>
          <a:spcPct val="0"/>
        </a:spcAft>
        <a:buChar char="»"/>
        <a:defRPr sz="6900">
          <a:solidFill>
            <a:srgbClr val="0E207F"/>
          </a:solidFill>
          <a:latin typeface="+mn-lt"/>
        </a:defRPr>
      </a:lvl7pPr>
      <a:lvl8pPr marL="8399463" indent="-781050" algn="l" defTabSz="3124200" rtl="0" fontAlgn="base">
        <a:spcBef>
          <a:spcPct val="20000"/>
        </a:spcBef>
        <a:spcAft>
          <a:spcPct val="0"/>
        </a:spcAft>
        <a:buChar char="»"/>
        <a:defRPr sz="6900">
          <a:solidFill>
            <a:srgbClr val="0E207F"/>
          </a:solidFill>
          <a:latin typeface="+mn-lt"/>
        </a:defRPr>
      </a:lvl8pPr>
      <a:lvl9pPr marL="8856663" indent="-781050" algn="l" defTabSz="3124200" rtl="0" fontAlgn="base">
        <a:spcBef>
          <a:spcPct val="20000"/>
        </a:spcBef>
        <a:spcAft>
          <a:spcPct val="0"/>
        </a:spcAft>
        <a:buChar char="»"/>
        <a:defRPr sz="6900">
          <a:solidFill>
            <a:srgbClr val="0E207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3"/>
          <p:cNvSpPr txBox="1">
            <a:spLocks noChangeArrowheads="1"/>
          </p:cNvSpPr>
          <p:nvPr/>
        </p:nvSpPr>
        <p:spPr bwMode="auto">
          <a:xfrm>
            <a:off x="585788" y="2124075"/>
            <a:ext cx="21242337" cy="255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623" tIns="32312" rIns="64623" bIns="32312">
            <a:spAutoFit/>
          </a:bodyPr>
          <a:lstStyle>
            <a:lvl1pPr defTabSz="644525" eaLnBrk="0" hangingPunct="0">
              <a:defRPr sz="2400">
                <a:solidFill>
                  <a:schemeClr val="tx1"/>
                </a:solidFill>
                <a:latin typeface="Arial" panose="020B0604020202020204" pitchFamily="34" charset="0"/>
              </a:defRPr>
            </a:lvl1pPr>
            <a:lvl2pPr marL="742950" indent="-285750" defTabSz="644525" eaLnBrk="0" hangingPunct="0">
              <a:defRPr sz="2400">
                <a:solidFill>
                  <a:schemeClr val="tx1"/>
                </a:solidFill>
                <a:latin typeface="Arial" panose="020B0604020202020204" pitchFamily="34" charset="0"/>
              </a:defRPr>
            </a:lvl2pPr>
            <a:lvl3pPr marL="1143000" indent="-228600" defTabSz="644525" eaLnBrk="0" hangingPunct="0">
              <a:defRPr sz="2400">
                <a:solidFill>
                  <a:schemeClr val="tx1"/>
                </a:solidFill>
                <a:latin typeface="Arial" panose="020B0604020202020204" pitchFamily="34" charset="0"/>
              </a:defRPr>
            </a:lvl3pPr>
            <a:lvl4pPr marL="1600200" indent="-228600" defTabSz="644525" eaLnBrk="0" hangingPunct="0">
              <a:defRPr sz="2400">
                <a:solidFill>
                  <a:schemeClr val="tx1"/>
                </a:solidFill>
                <a:latin typeface="Arial" panose="020B0604020202020204" pitchFamily="34" charset="0"/>
              </a:defRPr>
            </a:lvl4pPr>
            <a:lvl5pPr marL="2057400" indent="-228600" defTabSz="644525" eaLnBrk="0" hangingPunct="0">
              <a:defRPr sz="2400">
                <a:solidFill>
                  <a:schemeClr val="tx1"/>
                </a:solidFill>
                <a:latin typeface="Arial" panose="020B0604020202020204" pitchFamily="34" charset="0"/>
              </a:defRPr>
            </a:lvl5pPr>
            <a:lvl6pPr marL="2514600" indent="-228600" defTabSz="64452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64452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64452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644525" eaLnBrk="0" fontAlgn="base" hangingPunct="0">
              <a:spcBef>
                <a:spcPct val="0"/>
              </a:spcBef>
              <a:spcAft>
                <a:spcPct val="0"/>
              </a:spcAft>
              <a:defRPr sz="2400">
                <a:solidFill>
                  <a:schemeClr val="tx1"/>
                </a:solidFill>
                <a:latin typeface="Arial" panose="020B0604020202020204" pitchFamily="34" charset="0"/>
              </a:defRPr>
            </a:lvl9pPr>
          </a:lstStyle>
          <a:p>
            <a:r>
              <a:rPr lang="en-GB" altLang="en-US" sz="5400" b="1" dirty="0" smtClean="0">
                <a:solidFill>
                  <a:srgbClr val="00B050"/>
                </a:solidFill>
              </a:rPr>
              <a:t>Title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titletitle</a:t>
            </a:r>
            <a:r>
              <a:rPr lang="en-GB" altLang="en-US" sz="5400" b="1" dirty="0" smtClean="0">
                <a:solidFill>
                  <a:srgbClr val="00B050"/>
                </a:solidFill>
              </a:rPr>
              <a:t> title ti</a:t>
            </a:r>
            <a:r>
              <a:rPr lang="en-GB" altLang="en-US" sz="5400" dirty="0" smtClean="0">
                <a:solidFill>
                  <a:srgbClr val="00B050"/>
                </a:solidFill>
              </a:rPr>
              <a:t> </a:t>
            </a:r>
            <a:r>
              <a:rPr lang="en-GB" altLang="en-US" sz="5400" b="1" dirty="0" smtClean="0">
                <a:solidFill>
                  <a:srgbClr val="00B050"/>
                </a:solidFill>
              </a:rPr>
              <a:t>title </a:t>
            </a:r>
            <a:r>
              <a:rPr lang="en-GB" altLang="en-US" sz="5400" b="1" dirty="0" err="1" smtClean="0">
                <a:solidFill>
                  <a:srgbClr val="00B050"/>
                </a:solidFill>
              </a:rPr>
              <a:t>title</a:t>
            </a:r>
            <a:r>
              <a:rPr lang="en-GB" altLang="en-US" sz="5400" b="1" dirty="0" smtClean="0">
                <a:solidFill>
                  <a:srgbClr val="00B050"/>
                </a:solidFill>
              </a:rPr>
              <a:t> </a:t>
            </a:r>
            <a:r>
              <a:rPr lang="en-GB" altLang="en-US" sz="5400" b="1" dirty="0" err="1" smtClean="0">
                <a:solidFill>
                  <a:srgbClr val="00B050"/>
                </a:solidFill>
              </a:rPr>
              <a:t>tititle</a:t>
            </a:r>
            <a:r>
              <a:rPr lang="en-GB" altLang="en-US" sz="5400" b="1" dirty="0" smtClean="0">
                <a:solidFill>
                  <a:srgbClr val="00B050"/>
                </a:solidFill>
              </a:rPr>
              <a:t> title ti</a:t>
            </a:r>
            <a:endParaRPr lang="en-GB" altLang="en-US" sz="5400" dirty="0" smtClean="0">
              <a:solidFill>
                <a:srgbClr val="00B050"/>
              </a:solidFill>
            </a:endParaRPr>
          </a:p>
          <a:p>
            <a:endParaRPr lang="en-GB" altLang="en-US" sz="5400" dirty="0" smtClean="0">
              <a:solidFill>
                <a:srgbClr val="00B050"/>
              </a:solidFill>
            </a:endParaRPr>
          </a:p>
        </p:txBody>
      </p:sp>
      <p:sp>
        <p:nvSpPr>
          <p:cNvPr id="2051" name="Text Box 4"/>
          <p:cNvSpPr txBox="1">
            <a:spLocks noChangeArrowheads="1"/>
          </p:cNvSpPr>
          <p:nvPr/>
        </p:nvSpPr>
        <p:spPr bwMode="auto">
          <a:xfrm>
            <a:off x="658813" y="3995738"/>
            <a:ext cx="20953412"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623" tIns="32312" rIns="64623" bIns="32312">
            <a:spAutoFit/>
          </a:bodyPr>
          <a:lstStyle>
            <a:lvl1pPr defTabSz="644525" eaLnBrk="0" hangingPunct="0">
              <a:defRPr sz="2400">
                <a:solidFill>
                  <a:schemeClr val="tx1"/>
                </a:solidFill>
                <a:latin typeface="Arial" panose="020B0604020202020204" pitchFamily="34" charset="0"/>
              </a:defRPr>
            </a:lvl1pPr>
            <a:lvl2pPr marL="742950" indent="-285750" defTabSz="644525" eaLnBrk="0" hangingPunct="0">
              <a:defRPr sz="2400">
                <a:solidFill>
                  <a:schemeClr val="tx1"/>
                </a:solidFill>
                <a:latin typeface="Arial" panose="020B0604020202020204" pitchFamily="34" charset="0"/>
              </a:defRPr>
            </a:lvl2pPr>
            <a:lvl3pPr marL="1143000" indent="-228600" defTabSz="644525" eaLnBrk="0" hangingPunct="0">
              <a:defRPr sz="2400">
                <a:solidFill>
                  <a:schemeClr val="tx1"/>
                </a:solidFill>
                <a:latin typeface="Arial" panose="020B0604020202020204" pitchFamily="34" charset="0"/>
              </a:defRPr>
            </a:lvl3pPr>
            <a:lvl4pPr marL="1600200" indent="-228600" defTabSz="644525" eaLnBrk="0" hangingPunct="0">
              <a:defRPr sz="2400">
                <a:solidFill>
                  <a:schemeClr val="tx1"/>
                </a:solidFill>
                <a:latin typeface="Arial" panose="020B0604020202020204" pitchFamily="34" charset="0"/>
              </a:defRPr>
            </a:lvl4pPr>
            <a:lvl5pPr marL="2057400" indent="-228600" defTabSz="644525" eaLnBrk="0" hangingPunct="0">
              <a:defRPr sz="2400">
                <a:solidFill>
                  <a:schemeClr val="tx1"/>
                </a:solidFill>
                <a:latin typeface="Arial" panose="020B0604020202020204" pitchFamily="34" charset="0"/>
              </a:defRPr>
            </a:lvl5pPr>
            <a:lvl6pPr marL="2514600" indent="-228600" defTabSz="64452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64452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64452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644525"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n-GB" altLang="en-US" sz="3200" b="1" dirty="0" smtClean="0"/>
              <a:t>Author Author</a:t>
            </a:r>
            <a:r>
              <a:rPr lang="en-GB" altLang="en-US" sz="3200" b="1" baseline="30000" dirty="0" smtClean="0"/>
              <a:t>1</a:t>
            </a:r>
            <a:r>
              <a:rPr lang="en-GB" altLang="en-US" sz="3200" b="1" dirty="0" smtClean="0"/>
              <a:t>, Author </a:t>
            </a:r>
            <a:r>
              <a:rPr lang="en-GB" altLang="en-US" sz="3200" b="1" dirty="0" err="1" smtClean="0"/>
              <a:t>author</a:t>
            </a:r>
            <a:r>
              <a:rPr lang="en-GB" altLang="en-US" sz="3200" b="1" dirty="0" smtClean="0"/>
              <a:t> </a:t>
            </a:r>
            <a:r>
              <a:rPr lang="en-GB" altLang="en-US" sz="3200" b="1" baseline="30000" dirty="0" smtClean="0"/>
              <a:t>2,3,4</a:t>
            </a:r>
            <a:r>
              <a:rPr lang="en-GB" altLang="en-US" sz="3200" b="1" dirty="0" smtClean="0"/>
              <a:t>, Author author</a:t>
            </a:r>
            <a:r>
              <a:rPr lang="en-GB" altLang="en-US" sz="3200" b="1" baseline="30000" dirty="0" smtClean="0"/>
              <a:t>3,</a:t>
            </a:r>
            <a:r>
              <a:rPr lang="en-GB" altLang="en-US" sz="3200" b="1" dirty="0" smtClean="0"/>
              <a:t>, Author author</a:t>
            </a:r>
            <a:r>
              <a:rPr lang="en-GB" altLang="en-US" sz="3200" b="1" baseline="30000" dirty="0" smtClean="0"/>
              <a:t>3,</a:t>
            </a:r>
            <a:r>
              <a:rPr lang="en-GB" altLang="en-US" sz="3200" b="1" dirty="0" smtClean="0"/>
              <a:t>, Author author</a:t>
            </a:r>
            <a:r>
              <a:rPr lang="en-GB" altLang="en-US" sz="3200" b="1" baseline="30000" dirty="0" smtClean="0"/>
              <a:t>3,</a:t>
            </a:r>
            <a:r>
              <a:rPr lang="en-GB" altLang="en-US" sz="3200" b="1" dirty="0" smtClean="0"/>
              <a:t> , Author </a:t>
            </a:r>
            <a:r>
              <a:rPr lang="en-GB" altLang="en-US" sz="3200" b="1" dirty="0" err="1" smtClean="0"/>
              <a:t>author</a:t>
            </a:r>
            <a:r>
              <a:rPr lang="en-GB" altLang="en-US" sz="3200" b="1" dirty="0" smtClean="0"/>
              <a:t> </a:t>
            </a:r>
            <a:r>
              <a:rPr lang="en-GB" altLang="en-US" sz="3200" b="1" baseline="30000" dirty="0" smtClean="0"/>
              <a:t>4,7</a:t>
            </a:r>
            <a:r>
              <a:rPr lang="en-GB" altLang="en-US" sz="3200" b="1" dirty="0"/>
              <a:t>, and </a:t>
            </a:r>
            <a:r>
              <a:rPr lang="en-GB" altLang="en-US" sz="3200" b="1" dirty="0" smtClean="0"/>
              <a:t>Author author</a:t>
            </a:r>
            <a:r>
              <a:rPr lang="en-GB" altLang="en-US" sz="3200" b="1" baseline="30000" dirty="0" smtClean="0"/>
              <a:t>1</a:t>
            </a:r>
            <a:endParaRPr lang="en-GB" altLang="en-US" sz="1100" b="1" baseline="30000" dirty="0"/>
          </a:p>
          <a:p>
            <a:pPr eaLnBrk="1" hangingPunct="1">
              <a:spcBef>
                <a:spcPct val="50000"/>
              </a:spcBef>
            </a:pPr>
            <a:r>
              <a:rPr lang="en-GB" altLang="en-US" sz="500" b="1" dirty="0"/>
              <a:t/>
            </a:r>
            <a:br>
              <a:rPr lang="en-GB" altLang="en-US" sz="500" b="1" dirty="0"/>
            </a:br>
            <a:r>
              <a:rPr lang="en-GB" altLang="en-US" baseline="30000" dirty="0">
                <a:solidFill>
                  <a:schemeClr val="bg2"/>
                </a:solidFill>
              </a:rPr>
              <a:t>1 </a:t>
            </a:r>
            <a:r>
              <a:rPr lang="en-GB" altLang="en-US" dirty="0">
                <a:solidFill>
                  <a:schemeClr val="bg2"/>
                </a:solidFill>
              </a:rPr>
              <a:t>Environmental Research Group, MRC PHE Centre for Environment and Health, King's College London, London, UK; </a:t>
            </a:r>
            <a:r>
              <a:rPr lang="en-GB" altLang="en-US" baseline="30000" dirty="0">
                <a:solidFill>
                  <a:schemeClr val="bg2"/>
                </a:solidFill>
              </a:rPr>
              <a:t>2 </a:t>
            </a:r>
            <a:r>
              <a:rPr lang="en-GB" altLang="en-US" dirty="0">
                <a:solidFill>
                  <a:schemeClr val="bg2"/>
                </a:solidFill>
              </a:rPr>
              <a:t>Swiss Tropical and Public Health Institute, Basel, Switzerland; </a:t>
            </a:r>
            <a:r>
              <a:rPr lang="en-GB" altLang="en-US" baseline="30000" dirty="0">
                <a:solidFill>
                  <a:schemeClr val="bg2"/>
                </a:solidFill>
              </a:rPr>
              <a:t>3 </a:t>
            </a:r>
            <a:r>
              <a:rPr lang="en-GB" altLang="en-US" dirty="0">
                <a:solidFill>
                  <a:schemeClr val="bg2"/>
                </a:solidFill>
              </a:rPr>
              <a:t>University of Basel, Basel, Switzerland; </a:t>
            </a:r>
            <a:r>
              <a:rPr lang="en-GB" altLang="en-US" baseline="30000" dirty="0">
                <a:solidFill>
                  <a:schemeClr val="bg2"/>
                </a:solidFill>
              </a:rPr>
              <a:t>4 </a:t>
            </a:r>
            <a:r>
              <a:rPr lang="en-GB" altLang="en-US" dirty="0">
                <a:solidFill>
                  <a:schemeClr val="bg2"/>
                </a:solidFill>
              </a:rPr>
              <a:t>Small Area Health Statistics Unit, MRC PHE Centre for Environment and Health, Imperial College London, London, UK; </a:t>
            </a:r>
            <a:r>
              <a:rPr lang="en-GB" altLang="en-US" baseline="30000" dirty="0">
                <a:solidFill>
                  <a:schemeClr val="bg2"/>
                </a:solidFill>
              </a:rPr>
              <a:t>5 </a:t>
            </a:r>
            <a:r>
              <a:rPr lang="en-GB" altLang="en-US" dirty="0">
                <a:solidFill>
                  <a:schemeClr val="bg2"/>
                </a:solidFill>
              </a:rPr>
              <a:t>Department of Epidemiology and Biostatistics, MRC PHE Centre for Environment and Health, Imperial College London, London, UK; </a:t>
            </a:r>
            <a:r>
              <a:rPr lang="en-GB" altLang="en-US" baseline="30000" dirty="0">
                <a:solidFill>
                  <a:schemeClr val="bg2"/>
                </a:solidFill>
              </a:rPr>
              <a:t>6 </a:t>
            </a:r>
            <a:r>
              <a:rPr lang="en-GB" altLang="en-US" dirty="0">
                <a:solidFill>
                  <a:schemeClr val="bg2"/>
                </a:solidFill>
              </a:rPr>
              <a:t>Analytical Science Division, National Physical Laboratory, Teddington, UK; </a:t>
            </a:r>
            <a:r>
              <a:rPr lang="en-GB" altLang="en-US" baseline="30000" dirty="0">
                <a:solidFill>
                  <a:schemeClr val="bg2"/>
                </a:solidFill>
              </a:rPr>
              <a:t>7 </a:t>
            </a:r>
            <a:r>
              <a:rPr lang="en-GB" altLang="en-US" dirty="0">
                <a:solidFill>
                  <a:schemeClr val="bg2"/>
                </a:solidFill>
              </a:rPr>
              <a:t>Directorate of Public Health and Primary Care, Imperial College Healthcare NHS Trust, London, UK</a:t>
            </a:r>
          </a:p>
          <a:p>
            <a:pPr eaLnBrk="1" hangingPunct="1">
              <a:spcBef>
                <a:spcPct val="50000"/>
              </a:spcBef>
            </a:pPr>
            <a:endParaRPr lang="en-GB" altLang="en-US" dirty="0">
              <a:solidFill>
                <a:schemeClr val="bg2"/>
              </a:solidFill>
            </a:endParaRPr>
          </a:p>
          <a:p>
            <a:endParaRPr lang="en-GB" altLang="en-US" dirty="0">
              <a:solidFill>
                <a:schemeClr val="bg2"/>
              </a:solidFill>
            </a:endParaRPr>
          </a:p>
        </p:txBody>
      </p:sp>
      <p:sp>
        <p:nvSpPr>
          <p:cNvPr id="2053" name="Text Box 8"/>
          <p:cNvSpPr txBox="1">
            <a:spLocks noChangeArrowheads="1"/>
          </p:cNvSpPr>
          <p:nvPr/>
        </p:nvSpPr>
        <p:spPr bwMode="auto">
          <a:xfrm>
            <a:off x="658516" y="7235825"/>
            <a:ext cx="10058400" cy="21117172"/>
          </a:xfrm>
          <a:prstGeom prst="rect">
            <a:avLst/>
          </a:prstGeom>
          <a:noFill/>
          <a:ln w="9525">
            <a:noFill/>
            <a:miter lim="800000"/>
            <a:headEnd/>
            <a:tailEnd/>
          </a:ln>
        </p:spPr>
        <p:txBody>
          <a:bodyPr lIns="64623" tIns="32312" rIns="64623" bIns="32312">
            <a:spAutoFit/>
          </a:bodyPr>
          <a:lstStyle/>
          <a:p>
            <a:pPr defTabSz="645018">
              <a:spcBef>
                <a:spcPct val="50000"/>
              </a:spcBef>
              <a:defRPr/>
            </a:pPr>
            <a:r>
              <a:rPr lang="en-GB" altLang="en-US" sz="3200" b="1" dirty="0">
                <a:solidFill>
                  <a:srgbClr val="00B050"/>
                </a:solidFill>
                <a:latin typeface="Arial" charset="0"/>
              </a:rPr>
              <a:t>Background</a:t>
            </a:r>
          </a:p>
          <a:p>
            <a:pPr algn="just" defTabSz="645018" eaLnBrk="0" hangingPunct="0">
              <a:defRPr/>
            </a:pPr>
            <a:r>
              <a:rPr lang="en-GB" dirty="0" smtClean="0">
                <a:latin typeface="Arial" charset="0"/>
              </a:rPr>
              <a:t>Main body text, </a:t>
            </a:r>
            <a:r>
              <a:rPr lang="en-GB" dirty="0">
                <a:latin typeface="Arial" charset="0"/>
              </a:rPr>
              <a:t>Main body text, </a:t>
            </a:r>
            <a:r>
              <a:rPr lang="en-GB" dirty="0" smtClean="0">
                <a:latin typeface="Arial" charset="0"/>
              </a:rPr>
              <a:t>Main </a:t>
            </a:r>
            <a:r>
              <a:rPr lang="en-GB" dirty="0">
                <a:latin typeface="Arial" charset="0"/>
              </a:rPr>
              <a:t>body text, </a:t>
            </a:r>
            <a:r>
              <a:rPr lang="en-GB" dirty="0" smtClean="0">
                <a:latin typeface="Arial" charset="0"/>
              </a:rPr>
              <a:t>Main </a:t>
            </a:r>
            <a:r>
              <a:rPr lang="en-GB" dirty="0">
                <a:latin typeface="Arial" charset="0"/>
              </a:rPr>
              <a:t>body text, Main body text, </a:t>
            </a:r>
            <a:r>
              <a:rPr lang="en-GB" dirty="0" smtClean="0">
                <a:latin typeface="Arial" charset="0"/>
              </a:rPr>
              <a:t>Main </a:t>
            </a:r>
            <a:r>
              <a:rPr lang="en-GB" dirty="0">
                <a:latin typeface="Arial" charset="0"/>
              </a:rPr>
              <a:t>body text, Main body text, Main body text, Main body text, Main body text, Main body text, Main body text, Main body text, Main body text, Main body text, Main body text, Main body text, Main body text, </a:t>
            </a:r>
          </a:p>
          <a:p>
            <a:pPr algn="just" defTabSz="645018" eaLnBrk="0" hangingPunct="0">
              <a:defRPr/>
            </a:pPr>
            <a:r>
              <a:rPr lang="en-GB" dirty="0">
                <a:latin typeface="Arial" charset="0"/>
              </a:rPr>
              <a:t>Main body text, Main body text, Main body text, Main body text, Main body text, Main body text, Main body text, Main body text, Main body text, Main body text, Main body text, Main body text, </a:t>
            </a:r>
          </a:p>
          <a:p>
            <a:pPr defTabSz="645018" eaLnBrk="0" hangingPunct="0">
              <a:defRPr/>
            </a:pPr>
            <a:endParaRPr lang="en-GB" altLang="en-US" dirty="0">
              <a:solidFill>
                <a:srgbClr val="002060"/>
              </a:solidFill>
              <a:latin typeface="Arial" charset="0"/>
            </a:endParaRPr>
          </a:p>
          <a:p>
            <a:pPr>
              <a:defRPr/>
            </a:pPr>
            <a:r>
              <a:rPr lang="en-GB" sz="3200" b="1" dirty="0">
                <a:solidFill>
                  <a:srgbClr val="00B050"/>
                </a:solidFill>
                <a:latin typeface="Arial" charset="0"/>
              </a:rPr>
              <a:t>Objective</a:t>
            </a:r>
          </a:p>
          <a:p>
            <a:pPr algn="just" defTabSz="645018" eaLnBrk="0" hangingPunct="0">
              <a:defRPr/>
            </a:pPr>
            <a:r>
              <a:rPr lang="en-GB" dirty="0">
                <a:latin typeface="Arial" charset="0"/>
              </a:rPr>
              <a:t>Main body text, Main body text, Main body text, Main body text, Main body text, Main body text, </a:t>
            </a:r>
          </a:p>
          <a:p>
            <a:pPr algn="just">
              <a:defRPr/>
            </a:pPr>
            <a:endParaRPr lang="en-GB" dirty="0">
              <a:latin typeface="Arial" charset="0"/>
            </a:endParaRPr>
          </a:p>
          <a:p>
            <a:pPr>
              <a:defRPr/>
            </a:pPr>
            <a:r>
              <a:rPr lang="en-GB" sz="3200" b="1" dirty="0">
                <a:solidFill>
                  <a:srgbClr val="00B050"/>
                </a:solidFill>
                <a:latin typeface="Arial" charset="0"/>
              </a:rPr>
              <a:t>Methods</a:t>
            </a:r>
          </a:p>
          <a:p>
            <a:pPr algn="just">
              <a:defRPr/>
            </a:pPr>
            <a:r>
              <a:rPr lang="en-GB" dirty="0" smtClean="0">
                <a:latin typeface="Arial" charset="0"/>
              </a:rPr>
              <a:t>Main </a:t>
            </a:r>
            <a:r>
              <a:rPr lang="en-GB" dirty="0">
                <a:latin typeface="Arial" charset="0"/>
              </a:rPr>
              <a:t>body text, Main body text, Main body text, Main body text, Main body text, Main body text, Main body text, Main body text, Main body text, Main body text, Main body text, Main body text, Main body text, Main body text, Main body text, Main body text, Main body text, Main body text, </a:t>
            </a:r>
          </a:p>
          <a:p>
            <a:pPr algn="just">
              <a:defRPr/>
            </a:pPr>
            <a:r>
              <a:rPr lang="en-GB" dirty="0" smtClean="0">
                <a:latin typeface="Arial" charset="0"/>
              </a:rPr>
              <a:t>, (</a:t>
            </a:r>
            <a:r>
              <a:rPr lang="en-GB" dirty="0">
                <a:solidFill>
                  <a:srgbClr val="00B050"/>
                </a:solidFill>
                <a:latin typeface="Arial" charset="0"/>
              </a:rPr>
              <a:t>Table 1</a:t>
            </a:r>
            <a:r>
              <a:rPr lang="en-GB" dirty="0">
                <a:latin typeface="Arial" charset="0"/>
              </a:rPr>
              <a:t>). </a:t>
            </a: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lgn="just">
              <a:defRPr/>
            </a:pPr>
            <a:endParaRPr lang="en-GB" dirty="0">
              <a:latin typeface="Arial" charset="0"/>
            </a:endParaRPr>
          </a:p>
          <a:p>
            <a:pPr>
              <a:defRPr/>
            </a:pPr>
            <a:endParaRPr lang="en-GB" dirty="0">
              <a:latin typeface="Arial" charset="0"/>
            </a:endParaRPr>
          </a:p>
          <a:p>
            <a:pPr algn="just">
              <a:defRPr/>
            </a:pPr>
            <a:endParaRPr lang="en-GB" dirty="0">
              <a:latin typeface="Arial" charset="0"/>
            </a:endParaRPr>
          </a:p>
          <a:p>
            <a:pPr defTabSz="645018">
              <a:spcBef>
                <a:spcPct val="50000"/>
              </a:spcBef>
              <a:defRPr/>
            </a:pPr>
            <a:endParaRPr lang="en-GB" altLang="en-US" dirty="0">
              <a:solidFill>
                <a:schemeClr val="accent2">
                  <a:lumMod val="50000"/>
                </a:schemeClr>
              </a:solidFill>
              <a:latin typeface="Arial" charset="0"/>
            </a:endParaRPr>
          </a:p>
          <a:p>
            <a:pPr defTabSz="645018">
              <a:spcBef>
                <a:spcPct val="50000"/>
              </a:spcBef>
              <a:defRPr/>
            </a:pPr>
            <a:endParaRPr lang="en-GB" altLang="en-US" dirty="0">
              <a:solidFill>
                <a:schemeClr val="accent2">
                  <a:lumMod val="50000"/>
                </a:schemeClr>
              </a:solidFill>
              <a:latin typeface="Arial" charset="0"/>
            </a:endParaRPr>
          </a:p>
          <a:p>
            <a:pPr defTabSz="645018" eaLnBrk="0" hangingPunct="0">
              <a:defRPr/>
            </a:pPr>
            <a:endParaRPr lang="en-GB" altLang="en-US" dirty="0">
              <a:solidFill>
                <a:srgbClr val="002060"/>
              </a:solidFill>
              <a:latin typeface="Arial" charset="0"/>
            </a:endParaRPr>
          </a:p>
        </p:txBody>
      </p:sp>
      <p:sp>
        <p:nvSpPr>
          <p:cNvPr id="5126" name="Text Box 9"/>
          <p:cNvSpPr txBox="1">
            <a:spLocks noChangeArrowheads="1"/>
          </p:cNvSpPr>
          <p:nvPr/>
        </p:nvSpPr>
        <p:spPr bwMode="auto">
          <a:xfrm>
            <a:off x="11550650" y="7236074"/>
            <a:ext cx="10134600" cy="6836339"/>
          </a:xfrm>
          <a:prstGeom prst="rect">
            <a:avLst/>
          </a:prstGeom>
          <a:noFill/>
          <a:ln w="9525">
            <a:noFill/>
            <a:miter lim="800000"/>
            <a:headEnd/>
            <a:tailEnd/>
          </a:ln>
        </p:spPr>
        <p:txBody>
          <a:bodyPr lIns="64623" tIns="32312" rIns="64623" bIns="32312">
            <a:spAutoFit/>
          </a:bodyPr>
          <a:lstStyle/>
          <a:p>
            <a:pPr>
              <a:defRPr/>
            </a:pPr>
            <a:r>
              <a:rPr lang="en-GB" sz="3200" b="1" dirty="0">
                <a:solidFill>
                  <a:srgbClr val="00B050"/>
                </a:solidFill>
                <a:latin typeface="Arial" charset="0"/>
              </a:rPr>
              <a:t>Results</a:t>
            </a:r>
          </a:p>
          <a:p>
            <a:pPr marL="457200" indent="-457200" algn="just">
              <a:buFont typeface="+mj-lt"/>
              <a:buAutoNum type="arabicPeriod"/>
              <a:defRPr/>
            </a:pPr>
            <a:r>
              <a:rPr lang="en-GB" dirty="0">
                <a:latin typeface="Arial" charset="0"/>
              </a:rPr>
              <a:t>Main body text, Main body text, Main body text, Main body text, Main body text, Main body text, Main body text, Main body text, Main body text, Main body text, Main body text, Main body text, Main body text, Main body text, Main body text, Main body text, Main body text, Main body text, </a:t>
            </a:r>
          </a:p>
          <a:p>
            <a:pPr marL="457200" indent="-457200" algn="just">
              <a:buFont typeface="+mj-lt"/>
              <a:buAutoNum type="arabicPeriod"/>
              <a:defRPr/>
            </a:pPr>
            <a:r>
              <a:rPr lang="en-GB" dirty="0" smtClean="0">
                <a:latin typeface="Arial" charset="0"/>
              </a:rPr>
              <a:t>ain </a:t>
            </a:r>
            <a:r>
              <a:rPr lang="en-GB" dirty="0">
                <a:latin typeface="Arial" charset="0"/>
              </a:rPr>
              <a:t>body text, Main body text, Main body text, Main body text, Main body text, Main body </a:t>
            </a:r>
            <a:r>
              <a:rPr lang="en-GB" dirty="0" smtClean="0">
                <a:latin typeface="Arial" charset="0"/>
              </a:rPr>
              <a:t>text,</a:t>
            </a:r>
          </a:p>
          <a:p>
            <a:pPr marL="457200" indent="-457200" algn="just">
              <a:buFont typeface="+mj-lt"/>
              <a:buAutoNum type="arabicPeriod"/>
              <a:defRPr/>
            </a:pPr>
            <a:r>
              <a:rPr lang="en-GB" dirty="0" smtClean="0">
                <a:latin typeface="Arial" charset="0"/>
              </a:rPr>
              <a:t>Main </a:t>
            </a:r>
            <a:r>
              <a:rPr lang="en-GB" dirty="0">
                <a:latin typeface="Arial" charset="0"/>
              </a:rPr>
              <a:t>body text, Main body text, Main body text, Main body text, Main body text, Main body text, Main body text, Main body text, Main body text, Main body text, Main body text, Main body text, Main body text, Main body text, Main body text, Main body text, Main body text, Main body text, </a:t>
            </a:r>
            <a:endParaRPr lang="en-GB" dirty="0" smtClean="0">
              <a:latin typeface="Arial" charset="0"/>
            </a:endParaRPr>
          </a:p>
          <a:p>
            <a:pPr marL="457200" indent="-457200" algn="just">
              <a:buFont typeface="+mj-lt"/>
              <a:buAutoNum type="arabicPeriod"/>
              <a:defRPr/>
            </a:pPr>
            <a:r>
              <a:rPr lang="en-GB" dirty="0" smtClean="0">
                <a:latin typeface="Arial" charset="0"/>
              </a:rPr>
              <a:t>Main </a:t>
            </a:r>
            <a:r>
              <a:rPr lang="en-GB" dirty="0">
                <a:latin typeface="Arial" charset="0"/>
              </a:rPr>
              <a:t>body text, Main body text, Main body text, Main body text, Main body text, Main body </a:t>
            </a:r>
            <a:r>
              <a:rPr lang="en-GB" dirty="0" smtClean="0">
                <a:latin typeface="Arial" charset="0"/>
              </a:rPr>
              <a:t>text,</a:t>
            </a:r>
          </a:p>
          <a:p>
            <a:pPr marL="457200" indent="-457200" algn="just">
              <a:buFont typeface="+mj-lt"/>
              <a:buAutoNum type="arabicPeriod"/>
              <a:defRPr/>
            </a:pPr>
            <a:r>
              <a:rPr lang="en-GB" dirty="0" smtClean="0">
                <a:latin typeface="Arial" charset="0"/>
              </a:rPr>
              <a:t>Main </a:t>
            </a:r>
            <a:r>
              <a:rPr lang="en-GB" dirty="0">
                <a:latin typeface="Arial" charset="0"/>
              </a:rPr>
              <a:t>body text, Main body text, Main body text, Main body text, Main body text, Main body text, Main body text, Main body text, Main body text, Main body text, Main body text, Main body text, Main body text, </a:t>
            </a:r>
          </a:p>
        </p:txBody>
      </p:sp>
      <p:sp>
        <p:nvSpPr>
          <p:cNvPr id="2054" name="Text Box 74"/>
          <p:cNvSpPr txBox="1">
            <a:spLocks noChangeArrowheads="1"/>
          </p:cNvSpPr>
          <p:nvPr/>
        </p:nvSpPr>
        <p:spPr bwMode="auto">
          <a:xfrm>
            <a:off x="776288" y="15012938"/>
            <a:ext cx="10107612" cy="680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623" tIns="32312" rIns="64623" bIns="32312">
            <a:spAutoFit/>
          </a:bodyPr>
          <a:lstStyle>
            <a:lvl1pPr defTabSz="644525" eaLnBrk="0" hangingPunct="0">
              <a:defRPr sz="2400">
                <a:solidFill>
                  <a:schemeClr val="tx1"/>
                </a:solidFill>
                <a:latin typeface="Arial" panose="020B0604020202020204" pitchFamily="34" charset="0"/>
              </a:defRPr>
            </a:lvl1pPr>
            <a:lvl2pPr marL="742950" indent="-285750" defTabSz="644525" eaLnBrk="0" hangingPunct="0">
              <a:defRPr sz="2400">
                <a:solidFill>
                  <a:schemeClr val="tx1"/>
                </a:solidFill>
                <a:latin typeface="Arial" panose="020B0604020202020204" pitchFamily="34" charset="0"/>
              </a:defRPr>
            </a:lvl2pPr>
            <a:lvl3pPr marL="1143000" indent="-228600" defTabSz="644525" eaLnBrk="0" hangingPunct="0">
              <a:defRPr sz="2400">
                <a:solidFill>
                  <a:schemeClr val="tx1"/>
                </a:solidFill>
                <a:latin typeface="Arial" panose="020B0604020202020204" pitchFamily="34" charset="0"/>
              </a:defRPr>
            </a:lvl3pPr>
            <a:lvl4pPr marL="1600200" indent="-228600" defTabSz="644525" eaLnBrk="0" hangingPunct="0">
              <a:defRPr sz="2400">
                <a:solidFill>
                  <a:schemeClr val="tx1"/>
                </a:solidFill>
                <a:latin typeface="Arial" panose="020B0604020202020204" pitchFamily="34" charset="0"/>
              </a:defRPr>
            </a:lvl4pPr>
            <a:lvl5pPr marL="2057400" indent="-228600" defTabSz="644525" eaLnBrk="0" hangingPunct="0">
              <a:defRPr sz="2400">
                <a:solidFill>
                  <a:schemeClr val="tx1"/>
                </a:solidFill>
                <a:latin typeface="Arial" panose="020B0604020202020204" pitchFamily="34" charset="0"/>
              </a:defRPr>
            </a:lvl5pPr>
            <a:lvl6pPr marL="2514600" indent="-228600" defTabSz="64452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64452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64452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644525"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n-GB" altLang="en-US" sz="2000" b="1" dirty="0">
                <a:solidFill>
                  <a:srgbClr val="00B050"/>
                </a:solidFill>
              </a:rPr>
              <a:t>Table </a:t>
            </a:r>
            <a:r>
              <a:rPr lang="en-GB" altLang="en-US" sz="2000" b="1" dirty="0" smtClean="0">
                <a:solidFill>
                  <a:srgbClr val="00B050"/>
                </a:solidFill>
              </a:rPr>
              <a:t>1</a:t>
            </a:r>
            <a:r>
              <a:rPr lang="en-GB" altLang="en-US" sz="2000" dirty="0" smtClean="0">
                <a:solidFill>
                  <a:srgbClr val="00B050"/>
                </a:solidFill>
              </a:rPr>
              <a:t> .Table figure caption Table figure caption Table figure caption Table figure caption Table figure caption Table figure caption Table figure caption </a:t>
            </a:r>
            <a:endParaRPr lang="en-GB" altLang="en-US" sz="2000" dirty="0">
              <a:solidFill>
                <a:srgbClr val="00B050"/>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931921872"/>
              </p:ext>
            </p:extLst>
          </p:nvPr>
        </p:nvGraphicFramePr>
        <p:xfrm>
          <a:off x="803275" y="16169512"/>
          <a:ext cx="9936164" cy="3422652"/>
        </p:xfrm>
        <a:graphic>
          <a:graphicData uri="http://schemas.openxmlformats.org/drawingml/2006/table">
            <a:tbl>
              <a:tblPr firstRow="1" firstCol="1" bandRow="1" bandCol="1">
                <a:tableStyleId>{6E25E649-3F16-4E02-A733-19D2CDBF48F0}</a:tableStyleId>
              </a:tblPr>
              <a:tblGrid>
                <a:gridCol w="1146320"/>
                <a:gridCol w="2929948"/>
                <a:gridCol w="2929948"/>
                <a:gridCol w="2929948"/>
              </a:tblGrid>
              <a:tr h="861016">
                <a:tc>
                  <a:txBody>
                    <a:bodyPr/>
                    <a:lstStyle/>
                    <a:p>
                      <a:pPr algn="ctr">
                        <a:lnSpc>
                          <a:spcPct val="100000"/>
                        </a:lnSpc>
                        <a:spcAft>
                          <a:spcPts val="0"/>
                        </a:spcAft>
                      </a:pPr>
                      <a:r>
                        <a:rPr lang="en-GB" sz="2000" dirty="0" smtClean="0">
                          <a:effectLst/>
                        </a:rPr>
                        <a:t>Ratio</a:t>
                      </a:r>
                      <a:r>
                        <a:rPr lang="en-GB" sz="2000" dirty="0">
                          <a:effectLst/>
                        </a:rPr>
                        <a:t> </a:t>
                      </a:r>
                      <a:endParaRPr lang="en-GB" sz="2000" dirty="0">
                        <a:solidFill>
                          <a:schemeClr val="bg1"/>
                        </a:solidFill>
                        <a:effectLst/>
                        <a:latin typeface="Calibri"/>
                        <a:ea typeface="Calibri"/>
                        <a:cs typeface="Times New Roman"/>
                      </a:endParaRPr>
                    </a:p>
                  </a:txBody>
                  <a:tcPr marL="72570" marR="72570" marT="0" marB="0" anchor="ctr"/>
                </a:tc>
                <a:tc>
                  <a:txBody>
                    <a:bodyPr/>
                    <a:lstStyle/>
                    <a:p>
                      <a:pPr algn="ctr"/>
                      <a:r>
                        <a:rPr lang="en-GB" sz="2000" dirty="0" smtClean="0"/>
                        <a:t>MWI</a:t>
                      </a:r>
                    </a:p>
                    <a:p>
                      <a:pPr algn="ctr"/>
                      <a:r>
                        <a:rPr lang="en-GB" sz="2000" dirty="0" smtClean="0"/>
                        <a:t>mean</a:t>
                      </a:r>
                      <a:r>
                        <a:rPr lang="en-GB" sz="2000" baseline="0" dirty="0" smtClean="0"/>
                        <a:t> ± 2</a:t>
                      </a:r>
                      <a:r>
                        <a:rPr lang="el-GR" sz="2000" baseline="0" dirty="0" smtClean="0"/>
                        <a:t>σ</a:t>
                      </a:r>
                      <a:endParaRPr lang="en-GB" sz="2000" b="1" dirty="0" smtClean="0">
                        <a:solidFill>
                          <a:schemeClr val="bg1"/>
                        </a:solidFill>
                      </a:endParaRPr>
                    </a:p>
                  </a:txBody>
                  <a:tcPr marL="72570" marR="72570" marT="0" marB="0" anchor="ctr"/>
                </a:tc>
                <a:tc>
                  <a:txBody>
                    <a:bodyPr/>
                    <a:lstStyle/>
                    <a:p>
                      <a:pPr algn="ctr"/>
                      <a:r>
                        <a:rPr lang="en-GB" sz="2000" dirty="0" smtClean="0"/>
                        <a:t>Rural</a:t>
                      </a:r>
                    </a:p>
                    <a:p>
                      <a:pPr marL="0" marR="0" indent="0" algn="ctr" defTabSz="914400" rtl="0" eaLnBrk="1" fontAlgn="auto" latinLnBrk="0" hangingPunct="1">
                        <a:lnSpc>
                          <a:spcPct val="100000"/>
                        </a:lnSpc>
                        <a:spcBef>
                          <a:spcPts val="0"/>
                        </a:spcBef>
                        <a:spcAft>
                          <a:spcPts val="0"/>
                        </a:spcAft>
                        <a:buClrTx/>
                        <a:buSzTx/>
                        <a:buFontTx/>
                        <a:buNone/>
                        <a:tabLst/>
                        <a:defRPr/>
                      </a:pPr>
                      <a:r>
                        <a:rPr lang="en-GB" sz="2000" dirty="0" smtClean="0"/>
                        <a:t>mean</a:t>
                      </a:r>
                      <a:r>
                        <a:rPr lang="en-GB" sz="2000" baseline="0" dirty="0" smtClean="0"/>
                        <a:t> ± 2</a:t>
                      </a:r>
                      <a:r>
                        <a:rPr lang="el-GR" sz="2000" baseline="0" dirty="0" smtClean="0"/>
                        <a:t>σ</a:t>
                      </a:r>
                      <a:endParaRPr lang="en-GB" sz="2000" b="1" dirty="0" smtClean="0">
                        <a:solidFill>
                          <a:schemeClr val="bg1"/>
                        </a:solidFill>
                      </a:endParaRPr>
                    </a:p>
                  </a:txBody>
                  <a:tcPr marL="72570" marR="7257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000" dirty="0" smtClean="0"/>
                        <a:t>Traffic</a:t>
                      </a:r>
                    </a:p>
                    <a:p>
                      <a:pPr marL="0" marR="0" indent="0" algn="ctr" defTabSz="914400" rtl="0" eaLnBrk="1" fontAlgn="auto" latinLnBrk="0" hangingPunct="1">
                        <a:lnSpc>
                          <a:spcPct val="100000"/>
                        </a:lnSpc>
                        <a:spcBef>
                          <a:spcPts val="0"/>
                        </a:spcBef>
                        <a:spcAft>
                          <a:spcPts val="0"/>
                        </a:spcAft>
                        <a:buClrTx/>
                        <a:buSzTx/>
                        <a:buFontTx/>
                        <a:buNone/>
                        <a:tabLst/>
                        <a:defRPr/>
                      </a:pPr>
                      <a:r>
                        <a:rPr lang="en-GB" sz="2000" dirty="0" smtClean="0"/>
                        <a:t>mean</a:t>
                      </a:r>
                      <a:r>
                        <a:rPr lang="en-GB" sz="2000" baseline="0" dirty="0" smtClean="0"/>
                        <a:t> ± 2</a:t>
                      </a:r>
                      <a:r>
                        <a:rPr lang="el-GR" sz="2000" baseline="0" dirty="0" smtClean="0"/>
                        <a:t>σ</a:t>
                      </a:r>
                      <a:r>
                        <a:rPr lang="en-GB" sz="2000" baseline="0" dirty="0" smtClean="0"/>
                        <a:t> </a:t>
                      </a:r>
                      <a:endParaRPr lang="en-GB" sz="2000" dirty="0" smtClean="0"/>
                    </a:p>
                  </a:txBody>
                  <a:tcPr marL="72570" marR="72570" marT="0" marB="0" anchor="ctr"/>
                </a:tc>
              </a:tr>
              <a:tr h="640409">
                <a:tc>
                  <a:txBody>
                    <a:bodyPr/>
                    <a:lstStyle/>
                    <a:p>
                      <a:pPr algn="ctr"/>
                      <a:r>
                        <a:rPr lang="en-GB" sz="2000" dirty="0" smtClean="0"/>
                        <a:t>Cu/</a:t>
                      </a:r>
                      <a:r>
                        <a:rPr lang="en-GB" sz="2000" dirty="0" err="1" smtClean="0"/>
                        <a:t>Cd</a:t>
                      </a:r>
                      <a:endParaRPr lang="en-GB" sz="2000" b="1" dirty="0">
                        <a:solidFill>
                          <a:schemeClr val="bg1"/>
                        </a:solidFill>
                      </a:endParaRPr>
                    </a:p>
                  </a:txBody>
                  <a:tcPr marL="91438" marR="91438" marT="45724" marB="45724" anchor="ctr"/>
                </a:tc>
                <a:tc>
                  <a:txBody>
                    <a:bodyPr/>
                    <a:lstStyle/>
                    <a:p>
                      <a:pPr algn="ctr"/>
                      <a:endParaRPr lang="en-GB" sz="2000" dirty="0" smtClean="0"/>
                    </a:p>
                  </a:txBody>
                  <a:tcPr marL="72570" marR="72570" marT="0" marB="0" anchor="ctr">
                    <a:solidFill>
                      <a:schemeClr val="bg1">
                        <a:lumMod val="95000"/>
                      </a:schemeClr>
                    </a:solidFill>
                  </a:tcPr>
                </a:tc>
                <a:tc>
                  <a:txBody>
                    <a:bodyPr/>
                    <a:lstStyle/>
                    <a:p>
                      <a:pPr algn="ctr"/>
                      <a:endParaRPr lang="en-GB" sz="2000" baseline="0" dirty="0" smtClean="0"/>
                    </a:p>
                  </a:txBody>
                  <a:tcPr marL="72570" marR="72570" marT="0" marB="0" anchor="ctr">
                    <a:solidFill>
                      <a:schemeClr val="bg1">
                        <a:lumMod val="95000"/>
                      </a:schemeClr>
                    </a:solidFill>
                  </a:tcPr>
                </a:tc>
                <a:tc>
                  <a:txBody>
                    <a:bodyPr/>
                    <a:lstStyle/>
                    <a:p>
                      <a:pPr algn="ctr"/>
                      <a:endParaRPr lang="en-GB" sz="2000" dirty="0" smtClean="0"/>
                    </a:p>
                  </a:txBody>
                  <a:tcPr marL="72570" marR="72570" marT="0" marB="0" anchor="ctr">
                    <a:solidFill>
                      <a:schemeClr val="bg1">
                        <a:lumMod val="95000"/>
                      </a:schemeClr>
                    </a:solidFill>
                  </a:tcPr>
                </a:tc>
              </a:tr>
              <a:tr h="640409">
                <a:tc>
                  <a:txBody>
                    <a:bodyPr/>
                    <a:lstStyle/>
                    <a:p>
                      <a:pPr algn="ctr"/>
                      <a:r>
                        <a:rPr lang="en-GB" sz="2000" dirty="0" err="1" smtClean="0"/>
                        <a:t>Cd</a:t>
                      </a:r>
                      <a:r>
                        <a:rPr lang="en-GB" sz="2000" dirty="0" smtClean="0"/>
                        <a:t>/</a:t>
                      </a:r>
                      <a:r>
                        <a:rPr lang="en-GB" sz="2000" dirty="0" err="1" smtClean="0"/>
                        <a:t>Pb</a:t>
                      </a:r>
                      <a:endParaRPr lang="en-GB" sz="2000" b="1" dirty="0">
                        <a:solidFill>
                          <a:schemeClr val="bg1"/>
                        </a:solidFill>
                      </a:endParaRPr>
                    </a:p>
                  </a:txBody>
                  <a:tcPr marL="91438" marR="91438" marT="45724" marB="45724" anchor="ctr"/>
                </a:tc>
                <a:tc>
                  <a:txBody>
                    <a:bodyPr/>
                    <a:lstStyle/>
                    <a:p>
                      <a:pPr algn="ctr"/>
                      <a:endParaRPr lang="en-GB" sz="2000" dirty="0" smtClean="0"/>
                    </a:p>
                  </a:txBody>
                  <a:tcPr marL="72570" marR="72570" marT="0" marB="0" anchor="ctr">
                    <a:solidFill>
                      <a:schemeClr val="bg1">
                        <a:lumMod val="95000"/>
                      </a:schemeClr>
                    </a:solidFill>
                  </a:tcPr>
                </a:tc>
                <a:tc>
                  <a:txBody>
                    <a:bodyPr/>
                    <a:lstStyle/>
                    <a:p>
                      <a:pPr algn="ctr"/>
                      <a:endParaRPr lang="en-GB" sz="2000" dirty="0" smtClean="0"/>
                    </a:p>
                  </a:txBody>
                  <a:tcPr marL="72570" marR="72570" marT="0" marB="0" anchor="ctr">
                    <a:solidFill>
                      <a:schemeClr val="bg1">
                        <a:lumMod val="95000"/>
                      </a:schemeClr>
                    </a:solidFill>
                  </a:tcPr>
                </a:tc>
                <a:tc>
                  <a:txBody>
                    <a:bodyPr/>
                    <a:lstStyle/>
                    <a:p>
                      <a:pPr algn="ctr"/>
                      <a:endParaRPr lang="en-GB" sz="2000" dirty="0" smtClean="0"/>
                    </a:p>
                  </a:txBody>
                  <a:tcPr marL="72570" marR="72570" marT="0" marB="0" anchor="ctr">
                    <a:solidFill>
                      <a:schemeClr val="bg1">
                        <a:lumMod val="95000"/>
                      </a:schemeClr>
                    </a:solidFill>
                  </a:tcPr>
                </a:tc>
              </a:tr>
              <a:tr h="640409">
                <a:tc>
                  <a:txBody>
                    <a:bodyPr/>
                    <a:lstStyle/>
                    <a:p>
                      <a:pPr algn="ctr"/>
                      <a:r>
                        <a:rPr lang="en-GB" sz="2000" dirty="0" smtClean="0"/>
                        <a:t>Cr/</a:t>
                      </a:r>
                      <a:r>
                        <a:rPr lang="en-GB" sz="2000" dirty="0" err="1" smtClean="0"/>
                        <a:t>Pb</a:t>
                      </a:r>
                      <a:endParaRPr lang="en-GB" sz="2000" b="1" dirty="0">
                        <a:solidFill>
                          <a:schemeClr val="bg1"/>
                        </a:solidFill>
                      </a:endParaRPr>
                    </a:p>
                  </a:txBody>
                  <a:tcPr marL="91438" marR="91438" marT="45724" marB="45724" anchor="ctr"/>
                </a:tc>
                <a:tc>
                  <a:txBody>
                    <a:bodyPr/>
                    <a:lstStyle/>
                    <a:p>
                      <a:pPr algn="ctr"/>
                      <a:endParaRPr lang="en-GB" sz="2000" dirty="0" smtClean="0"/>
                    </a:p>
                  </a:txBody>
                  <a:tcPr marL="72570" marR="72570" marT="0" marB="0" anchor="ctr">
                    <a:solidFill>
                      <a:schemeClr val="bg1">
                        <a:lumMod val="95000"/>
                      </a:schemeClr>
                    </a:solidFill>
                  </a:tcPr>
                </a:tc>
                <a:tc>
                  <a:txBody>
                    <a:bodyPr/>
                    <a:lstStyle/>
                    <a:p>
                      <a:pPr algn="ctr"/>
                      <a:endParaRPr lang="en-GB" sz="2000" dirty="0" smtClean="0"/>
                    </a:p>
                  </a:txBody>
                  <a:tcPr marL="72570" marR="72570" marT="0" marB="0" anchor="ctr">
                    <a:solidFill>
                      <a:schemeClr val="bg1">
                        <a:lumMod val="95000"/>
                      </a:schemeClr>
                    </a:solidFill>
                  </a:tcPr>
                </a:tc>
                <a:tc>
                  <a:txBody>
                    <a:bodyPr/>
                    <a:lstStyle/>
                    <a:p>
                      <a:pPr algn="ctr"/>
                      <a:endParaRPr lang="en-GB" sz="2000" dirty="0" smtClean="0"/>
                    </a:p>
                  </a:txBody>
                  <a:tcPr marL="72570" marR="72570" marT="0" marB="0" anchor="ctr">
                    <a:solidFill>
                      <a:schemeClr val="bg1">
                        <a:lumMod val="95000"/>
                      </a:schemeClr>
                    </a:solidFill>
                  </a:tcPr>
                </a:tc>
              </a:tr>
              <a:tr h="640409">
                <a:tc>
                  <a:txBody>
                    <a:bodyPr/>
                    <a:lstStyle/>
                    <a:p>
                      <a:pPr algn="ctr"/>
                      <a:r>
                        <a:rPr lang="en-GB" sz="2000" dirty="0" smtClean="0"/>
                        <a:t>Cu/</a:t>
                      </a:r>
                      <a:r>
                        <a:rPr lang="en-GB" sz="2000" dirty="0" err="1" smtClean="0"/>
                        <a:t>Pb</a:t>
                      </a:r>
                      <a:endParaRPr lang="en-GB" sz="2000" b="1" dirty="0">
                        <a:solidFill>
                          <a:schemeClr val="bg1"/>
                        </a:solidFill>
                      </a:endParaRPr>
                    </a:p>
                  </a:txBody>
                  <a:tcPr marL="91438" marR="91438" marT="45724" marB="45724" anchor="ctr"/>
                </a:tc>
                <a:tc>
                  <a:txBody>
                    <a:bodyPr/>
                    <a:lstStyle/>
                    <a:p>
                      <a:pPr algn="ctr"/>
                      <a:endParaRPr lang="en-GB" sz="2000" dirty="0" smtClean="0"/>
                    </a:p>
                  </a:txBody>
                  <a:tcPr marL="72570" marR="72570" marT="0" marB="0" anchor="ctr">
                    <a:solidFill>
                      <a:schemeClr val="bg1">
                        <a:lumMod val="95000"/>
                      </a:schemeClr>
                    </a:solidFill>
                  </a:tcPr>
                </a:tc>
                <a:tc>
                  <a:txBody>
                    <a:bodyPr/>
                    <a:lstStyle/>
                    <a:p>
                      <a:pPr algn="ctr"/>
                      <a:endParaRPr lang="en-GB" sz="2000" baseline="0" dirty="0" smtClean="0">
                        <a:solidFill>
                          <a:schemeClr val="bg1"/>
                        </a:solidFill>
                      </a:endParaRPr>
                    </a:p>
                  </a:txBody>
                  <a:tcPr marL="72570" marR="72570" marT="0" marB="0" anchor="ctr">
                    <a:solidFill>
                      <a:schemeClr val="bg1">
                        <a:lumMod val="95000"/>
                      </a:schemeClr>
                    </a:solidFill>
                  </a:tcPr>
                </a:tc>
                <a:tc>
                  <a:txBody>
                    <a:bodyPr/>
                    <a:lstStyle/>
                    <a:p>
                      <a:pPr algn="ctr"/>
                      <a:endParaRPr lang="en-GB" sz="2000" dirty="0" smtClean="0">
                        <a:solidFill>
                          <a:schemeClr val="bg1"/>
                        </a:solidFill>
                      </a:endParaRPr>
                    </a:p>
                  </a:txBody>
                  <a:tcPr marL="72570" marR="72570" marT="0" marB="0" anchor="ctr">
                    <a:solidFill>
                      <a:schemeClr val="bg1">
                        <a:lumMod val="95000"/>
                      </a:schemeClr>
                    </a:solidFill>
                  </a:tcPr>
                </a:tc>
              </a:tr>
            </a:tbl>
          </a:graphicData>
        </a:graphic>
      </p:graphicFrame>
      <p:sp>
        <p:nvSpPr>
          <p:cNvPr id="2114" name="Text Box 75"/>
          <p:cNvSpPr txBox="1">
            <a:spLocks noChangeArrowheads="1"/>
          </p:cNvSpPr>
          <p:nvPr/>
        </p:nvSpPr>
        <p:spPr bwMode="auto">
          <a:xfrm>
            <a:off x="838875" y="28965889"/>
            <a:ext cx="10225088" cy="1685925"/>
          </a:xfrm>
          <a:prstGeom prst="rect">
            <a:avLst/>
          </a:prstGeom>
          <a:noFill/>
          <a:ln w="9525">
            <a:noFill/>
            <a:miter lim="800000"/>
            <a:headEnd/>
            <a:tailEnd/>
          </a:ln>
        </p:spPr>
        <p:txBody>
          <a:bodyPr lIns="68385" tIns="34193" rIns="68385" bIns="34193">
            <a:spAutoFit/>
          </a:bodyPr>
          <a:lstStyle/>
          <a:p>
            <a:pPr algn="just" defTabSz="683652">
              <a:spcBef>
                <a:spcPct val="50000"/>
              </a:spcBef>
              <a:defRPr/>
            </a:pPr>
            <a:r>
              <a:rPr lang="en-GB" altLang="en-US" sz="2000" b="1" dirty="0">
                <a:solidFill>
                  <a:srgbClr val="00B050"/>
                </a:solidFill>
                <a:latin typeface="+mj-lt"/>
                <a:cs typeface="Calibri" pitchFamily="34" charset="0"/>
              </a:rPr>
              <a:t>Acknowledgements </a:t>
            </a:r>
            <a:r>
              <a:rPr lang="en-GB" altLang="en-US" sz="2000" dirty="0">
                <a:latin typeface="+mj-lt"/>
                <a:cs typeface="Calibri" pitchFamily="34" charset="0"/>
              </a:rPr>
              <a:t>This research was funded by Public Health England (PHE). We would like to thank the UK Environment Agency (EA) for the electronic version of emissions data from MWIs; and also the project scientific advisory committee for their valuable comments. </a:t>
            </a:r>
          </a:p>
          <a:p>
            <a:pPr algn="just" defTabSz="683652">
              <a:spcBef>
                <a:spcPts val="635"/>
              </a:spcBef>
              <a:spcAft>
                <a:spcPts val="635"/>
              </a:spcAft>
              <a:defRPr/>
            </a:pPr>
            <a:r>
              <a:rPr lang="en-GB" altLang="en-US" sz="2000" b="1" dirty="0">
                <a:solidFill>
                  <a:srgbClr val="00B050"/>
                </a:solidFill>
                <a:latin typeface="+mj-lt"/>
                <a:cs typeface="Calibri" pitchFamily="34" charset="0"/>
              </a:rPr>
              <a:t>References  </a:t>
            </a:r>
            <a:r>
              <a:rPr lang="en-GB" sz="2000" baseline="30000" dirty="0">
                <a:solidFill>
                  <a:schemeClr val="bg2"/>
                </a:solidFill>
                <a:latin typeface="Arial" charset="0"/>
                <a:cs typeface="Calibri" pitchFamily="34" charset="0"/>
              </a:rPr>
              <a:t>(1) </a:t>
            </a:r>
            <a:r>
              <a:rPr lang="en-GB" sz="2000" dirty="0">
                <a:solidFill>
                  <a:schemeClr val="bg2"/>
                </a:solidFill>
                <a:latin typeface="Arial" charset="0"/>
                <a:cs typeface="Calibri" pitchFamily="34" charset="0"/>
              </a:rPr>
              <a:t>CIESIN, 2005.</a:t>
            </a:r>
            <a:endParaRPr lang="en-GB" altLang="en-US" sz="2200" dirty="0">
              <a:latin typeface="+mj-lt"/>
              <a:cs typeface="Calibri" pitchFamily="34" charset="0"/>
            </a:endParaRPr>
          </a:p>
        </p:txBody>
      </p:sp>
      <p:sp>
        <p:nvSpPr>
          <p:cNvPr id="2080" name="Text Box 47"/>
          <p:cNvSpPr txBox="1">
            <a:spLocks noChangeArrowheads="1"/>
          </p:cNvSpPr>
          <p:nvPr/>
        </p:nvSpPr>
        <p:spPr bwMode="auto">
          <a:xfrm>
            <a:off x="11499056" y="28009001"/>
            <a:ext cx="10153650" cy="2773689"/>
          </a:xfrm>
          <a:prstGeom prst="rect">
            <a:avLst/>
          </a:prstGeom>
          <a:noFill/>
          <a:ln w="9525">
            <a:noFill/>
            <a:miter lim="800000"/>
            <a:headEnd/>
            <a:tailEnd/>
          </a:ln>
        </p:spPr>
        <p:txBody>
          <a:bodyPr lIns="64623" tIns="32312" rIns="64623" bIns="32312">
            <a:spAutoFit/>
          </a:bodyPr>
          <a:lstStyle/>
          <a:p>
            <a:pPr defTabSz="644525">
              <a:spcBef>
                <a:spcPct val="50000"/>
              </a:spcBef>
              <a:defRPr/>
            </a:pPr>
            <a:r>
              <a:rPr lang="en-GB" altLang="en-US" sz="3200" b="1" dirty="0">
                <a:solidFill>
                  <a:srgbClr val="00B050"/>
                </a:solidFill>
                <a:latin typeface="Arial" charset="0"/>
              </a:rPr>
              <a:t>Conclusions </a:t>
            </a:r>
          </a:p>
          <a:p>
            <a:pPr marL="514350" indent="-514350" algn="just" defTabSz="644525" eaLnBrk="0" hangingPunct="0">
              <a:buFontTx/>
              <a:buAutoNum type="romanLcParenR"/>
              <a:defRPr/>
            </a:pPr>
            <a:r>
              <a:rPr lang="en-GB" dirty="0">
                <a:latin typeface="Arial" charset="0"/>
              </a:rPr>
              <a:t>Main body text, Main body text, Main body text, Main body text, Main body text, Main </a:t>
            </a:r>
            <a:r>
              <a:rPr lang="en-GB" dirty="0" err="1">
                <a:latin typeface="Arial" charset="0"/>
              </a:rPr>
              <a:t>Main</a:t>
            </a:r>
            <a:r>
              <a:rPr lang="en-GB" dirty="0">
                <a:latin typeface="Arial" charset="0"/>
              </a:rPr>
              <a:t> body text, Main body text, Main body text, Main body text, Main body text, Main body text, Main body text, Main body </a:t>
            </a:r>
            <a:r>
              <a:rPr lang="en-GB" dirty="0" smtClean="0">
                <a:latin typeface="Arial" charset="0"/>
              </a:rPr>
              <a:t>text</a:t>
            </a:r>
          </a:p>
          <a:p>
            <a:pPr marL="514350" indent="-514350" algn="just" defTabSz="644525" eaLnBrk="0" hangingPunct="0">
              <a:buFontTx/>
              <a:buAutoNum type="romanLcParenR"/>
              <a:defRPr/>
            </a:pPr>
            <a:r>
              <a:rPr lang="en-GB" dirty="0">
                <a:latin typeface="Arial" charset="0"/>
              </a:rPr>
              <a:t>Main body text, Main body text, Main body text, Main body text, Main body text, Main </a:t>
            </a:r>
            <a:r>
              <a:rPr lang="en-GB" dirty="0" err="1">
                <a:latin typeface="Arial" charset="0"/>
              </a:rPr>
              <a:t>Main</a:t>
            </a:r>
            <a:r>
              <a:rPr lang="en-GB" dirty="0">
                <a:latin typeface="Arial" charset="0"/>
              </a:rPr>
              <a:t> body text, Main body text, Main body text, </a:t>
            </a:r>
            <a:r>
              <a:rPr lang="en-GB" dirty="0" smtClean="0">
                <a:latin typeface="Arial" charset="0"/>
              </a:rPr>
              <a:t>Main</a:t>
            </a:r>
            <a:endParaRPr lang="en-GB" altLang="en-US" dirty="0">
              <a:solidFill>
                <a:srgbClr val="0E207F"/>
              </a:solidFill>
              <a:latin typeface="Arial" charset="0"/>
            </a:endParaRPr>
          </a:p>
        </p:txBody>
      </p:sp>
      <p:cxnSp>
        <p:nvCxnSpPr>
          <p:cNvPr id="35" name="Straight Connector 34"/>
          <p:cNvCxnSpPr/>
          <p:nvPr/>
        </p:nvCxnSpPr>
        <p:spPr>
          <a:xfrm>
            <a:off x="585788" y="7019925"/>
            <a:ext cx="21099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0" y="31421388"/>
            <a:ext cx="22631400" cy="64928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2083" name="Rectangle 38"/>
          <p:cNvSpPr>
            <a:spLocks noChangeArrowheads="1"/>
          </p:cNvSpPr>
          <p:nvPr/>
        </p:nvSpPr>
        <p:spPr bwMode="auto">
          <a:xfrm>
            <a:off x="17795875" y="31484888"/>
            <a:ext cx="42005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GB" altLang="en-US" sz="3200" b="1" baseline="30000">
                <a:solidFill>
                  <a:schemeClr val="bg1"/>
                </a:solidFill>
              </a:rPr>
              <a:t>www.environment-health.ac.uk</a:t>
            </a:r>
            <a:endParaRPr lang="en-GB" altLang="en-US" sz="3200">
              <a:solidFill>
                <a:schemeClr val="bg1"/>
              </a:solidFill>
            </a:endParaRPr>
          </a:p>
        </p:txBody>
      </p:sp>
      <p:sp>
        <p:nvSpPr>
          <p:cNvPr id="2084" name="Rectangle 40"/>
          <p:cNvSpPr>
            <a:spLocks noChangeArrowheads="1"/>
          </p:cNvSpPr>
          <p:nvPr/>
        </p:nvSpPr>
        <p:spPr bwMode="auto">
          <a:xfrm>
            <a:off x="720725" y="31494413"/>
            <a:ext cx="6057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GB" altLang="en-US" sz="3200" b="1" baseline="30000">
                <a:solidFill>
                  <a:schemeClr val="bg1"/>
                </a:solidFill>
              </a:rPr>
              <a:t>MRC-PHE Centre for Environment and Health</a:t>
            </a:r>
            <a:endParaRPr lang="en-GB" altLang="en-US" sz="3200">
              <a:solidFill>
                <a:schemeClr val="bg1"/>
              </a:solidFill>
            </a:endParaRPr>
          </a:p>
        </p:txBody>
      </p:sp>
      <p:grpSp>
        <p:nvGrpSpPr>
          <p:cNvPr id="2085" name="Group 91"/>
          <p:cNvGrpSpPr>
            <a:grpSpLocks/>
          </p:cNvGrpSpPr>
          <p:nvPr/>
        </p:nvGrpSpPr>
        <p:grpSpPr bwMode="auto">
          <a:xfrm>
            <a:off x="11747500" y="395288"/>
            <a:ext cx="9864725" cy="1079500"/>
            <a:chOff x="802532" y="30566666"/>
            <a:chExt cx="9937104" cy="1102463"/>
          </a:xfrm>
        </p:grpSpPr>
        <p:pic>
          <p:nvPicPr>
            <p:cNvPr id="2135" name="Picture 4" descr="http://www.healthwatchtorbay.org.uk/uploads/images/PHE_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532" y="30638674"/>
              <a:ext cx="1656184" cy="1030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6" name="Picture 6" descr="http://upload.wikimedia.org/wikipedia/en/e/e2/UK_Medical_Research_Council_Log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2812" y="30710682"/>
              <a:ext cx="2016224" cy="896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7" name="Picture 7" descr="C:\Users\chs08\AppData\Local\Microsoft\Windows\Temporary Internet Files\Content.Outlook\1M5UXZU1\KCL_box_red pin rg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44359" y="30566666"/>
              <a:ext cx="1395277" cy="106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8" name="Picture 2" descr="C:\Users\chs08\Desktop\Imperial_2_Pantones.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8822" y="30782690"/>
              <a:ext cx="2492582" cy="648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7" name="Rectangle 36"/>
          <p:cNvSpPr/>
          <p:nvPr/>
        </p:nvSpPr>
        <p:spPr>
          <a:xfrm>
            <a:off x="585788" y="323850"/>
            <a:ext cx="8785225"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GB" sz="3100" b="1" dirty="0">
                <a:solidFill>
                  <a:schemeClr val="bg1">
                    <a:lumMod val="65000"/>
                  </a:schemeClr>
                </a:solidFill>
              </a:rPr>
              <a:t>MRC-PHE</a:t>
            </a:r>
          </a:p>
          <a:p>
            <a:pPr>
              <a:defRPr/>
            </a:pPr>
            <a:r>
              <a:rPr lang="en-GB" sz="3100" b="1" dirty="0">
                <a:solidFill>
                  <a:schemeClr val="tx1">
                    <a:lumMod val="65000"/>
                    <a:lumOff val="35000"/>
                  </a:schemeClr>
                </a:solidFill>
              </a:rPr>
              <a:t>Centre for Environment and Health</a:t>
            </a:r>
          </a:p>
        </p:txBody>
      </p:sp>
      <p:cxnSp>
        <p:nvCxnSpPr>
          <p:cNvPr id="38" name="Straight Connector 37"/>
          <p:cNvCxnSpPr/>
          <p:nvPr/>
        </p:nvCxnSpPr>
        <p:spPr>
          <a:xfrm>
            <a:off x="658813" y="1908175"/>
            <a:ext cx="21097875"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pic>
        <p:nvPicPr>
          <p:cNvPr id="2088" name="Picture 29"/>
          <p:cNvPicPr>
            <a:picLocks noChangeAspect="1" noChangeArrowheads="1"/>
          </p:cNvPicPr>
          <p:nvPr/>
        </p:nvPicPr>
        <p:blipFill>
          <a:blip r:embed="rId6">
            <a:extLst>
              <a:ext uri="{28A0092B-C50C-407E-A947-70E740481C1C}">
                <a14:useLocalDpi xmlns:a14="http://schemas.microsoft.com/office/drawing/2010/main" val="0"/>
              </a:ext>
            </a:extLst>
          </a:blip>
          <a:srcRect l="27110" t="17160" r="5399" b="16647"/>
          <a:stretch>
            <a:fillRect/>
          </a:stretch>
        </p:blipFill>
        <p:spPr bwMode="auto">
          <a:xfrm>
            <a:off x="803275" y="21326791"/>
            <a:ext cx="4391025"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 name="Text Box 74"/>
          <p:cNvSpPr txBox="1">
            <a:spLocks noChangeArrowheads="1"/>
          </p:cNvSpPr>
          <p:nvPr/>
        </p:nvSpPr>
        <p:spPr bwMode="auto">
          <a:xfrm>
            <a:off x="870262" y="20348932"/>
            <a:ext cx="4391025" cy="680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623" tIns="32312" rIns="64623" bIns="32312">
            <a:spAutoFit/>
          </a:bodyPr>
          <a:lstStyle>
            <a:lvl1pPr defTabSz="644525" eaLnBrk="0" hangingPunct="0">
              <a:defRPr sz="2400">
                <a:solidFill>
                  <a:schemeClr val="tx1"/>
                </a:solidFill>
                <a:latin typeface="Arial" panose="020B0604020202020204" pitchFamily="34" charset="0"/>
              </a:defRPr>
            </a:lvl1pPr>
            <a:lvl2pPr marL="742950" indent="-285750" defTabSz="644525" eaLnBrk="0" hangingPunct="0">
              <a:defRPr sz="2400">
                <a:solidFill>
                  <a:schemeClr val="tx1"/>
                </a:solidFill>
                <a:latin typeface="Arial" panose="020B0604020202020204" pitchFamily="34" charset="0"/>
              </a:defRPr>
            </a:lvl2pPr>
            <a:lvl3pPr marL="1143000" indent="-228600" defTabSz="644525" eaLnBrk="0" hangingPunct="0">
              <a:defRPr sz="2400">
                <a:solidFill>
                  <a:schemeClr val="tx1"/>
                </a:solidFill>
                <a:latin typeface="Arial" panose="020B0604020202020204" pitchFamily="34" charset="0"/>
              </a:defRPr>
            </a:lvl3pPr>
            <a:lvl4pPr marL="1600200" indent="-228600" defTabSz="644525" eaLnBrk="0" hangingPunct="0">
              <a:defRPr sz="2400">
                <a:solidFill>
                  <a:schemeClr val="tx1"/>
                </a:solidFill>
                <a:latin typeface="Arial" panose="020B0604020202020204" pitchFamily="34" charset="0"/>
              </a:defRPr>
            </a:lvl4pPr>
            <a:lvl5pPr marL="2057400" indent="-228600" defTabSz="644525" eaLnBrk="0" hangingPunct="0">
              <a:defRPr sz="2400">
                <a:solidFill>
                  <a:schemeClr val="tx1"/>
                </a:solidFill>
                <a:latin typeface="Arial" panose="020B0604020202020204" pitchFamily="34" charset="0"/>
              </a:defRPr>
            </a:lvl5pPr>
            <a:lvl6pPr marL="2514600" indent="-228600" defTabSz="64452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64452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64452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644525"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n-GB" altLang="en-US" sz="2000" b="1" dirty="0">
                <a:solidFill>
                  <a:srgbClr val="00B050"/>
                </a:solidFill>
              </a:rPr>
              <a:t>Figure 1. </a:t>
            </a:r>
            <a:r>
              <a:rPr lang="en-GB" altLang="en-US" sz="2000" dirty="0" smtClean="0">
                <a:solidFill>
                  <a:srgbClr val="00B050"/>
                </a:solidFill>
              </a:rPr>
              <a:t>Table figure caption Table figure caption Table figure caption </a:t>
            </a:r>
            <a:endParaRPr lang="en-GB" altLang="en-US" sz="2000" baseline="30000" dirty="0">
              <a:solidFill>
                <a:srgbClr val="00B050"/>
              </a:solidFill>
            </a:endParaRPr>
          </a:p>
        </p:txBody>
      </p:sp>
      <p:sp>
        <p:nvSpPr>
          <p:cNvPr id="39" name="TextBox 38"/>
          <p:cNvSpPr txBox="1"/>
          <p:nvPr/>
        </p:nvSpPr>
        <p:spPr>
          <a:xfrm>
            <a:off x="5914083" y="20197514"/>
            <a:ext cx="4896792" cy="6001643"/>
          </a:xfrm>
          <a:prstGeom prst="rect">
            <a:avLst/>
          </a:prstGeom>
          <a:noFill/>
        </p:spPr>
        <p:txBody>
          <a:bodyPr wrap="square">
            <a:spAutoFit/>
          </a:bodyPr>
          <a:lstStyle/>
          <a:p>
            <a:pPr algn="just">
              <a:defRPr/>
            </a:pPr>
            <a:r>
              <a:rPr lang="en-GB" dirty="0">
                <a:latin typeface="Arial" charset="0"/>
              </a:rPr>
              <a:t>Main body text, Main body text, Main body text, Main body text, Main body text, Main body text, Main body text, Main body text, </a:t>
            </a:r>
            <a:r>
              <a:rPr lang="en-GB" dirty="0" smtClean="0">
                <a:latin typeface="Arial" charset="0"/>
              </a:rPr>
              <a:t>body </a:t>
            </a:r>
            <a:r>
              <a:rPr lang="en-GB" dirty="0">
                <a:latin typeface="Arial" charset="0"/>
              </a:rPr>
              <a:t>text,</a:t>
            </a:r>
            <a:r>
              <a:rPr lang="en-GB" dirty="0" smtClean="0">
                <a:latin typeface="Arial"/>
              </a:rPr>
              <a:t>(</a:t>
            </a:r>
            <a:r>
              <a:rPr lang="en-GB" dirty="0">
                <a:solidFill>
                  <a:srgbClr val="00B050"/>
                </a:solidFill>
                <a:latin typeface="Arial"/>
              </a:rPr>
              <a:t>Fig. 1</a:t>
            </a:r>
            <a:r>
              <a:rPr lang="en-GB" dirty="0">
                <a:latin typeface="Arial"/>
              </a:rPr>
              <a:t>). </a:t>
            </a:r>
          </a:p>
          <a:p>
            <a:pPr algn="just">
              <a:spcBef>
                <a:spcPts val="0"/>
              </a:spcBef>
              <a:spcAft>
                <a:spcPts val="0"/>
              </a:spcAft>
              <a:defRPr/>
            </a:pPr>
            <a:endParaRPr lang="en-GB" dirty="0">
              <a:latin typeface="Arial"/>
            </a:endParaRPr>
          </a:p>
          <a:p>
            <a:pPr algn="just">
              <a:defRPr/>
            </a:pPr>
            <a:r>
              <a:rPr lang="en-GB" dirty="0">
                <a:latin typeface="Arial" charset="0"/>
              </a:rPr>
              <a:t>Main body text, Main body text, Main body text, Main body text, Main body text, Main body text, Main body text, Main body text, Main body text, Main body text, Main </a:t>
            </a:r>
            <a:r>
              <a:rPr lang="en-GB" dirty="0" smtClean="0">
                <a:latin typeface="Arial" charset="0"/>
              </a:rPr>
              <a:t>body </a:t>
            </a:r>
            <a:r>
              <a:rPr lang="en-GB" dirty="0">
                <a:latin typeface="Arial" charset="0"/>
              </a:rPr>
              <a:t>text, Main body text, Main body text, Main body text, Main body text, Main body text, Main body text, Main body text, Main </a:t>
            </a:r>
            <a:r>
              <a:rPr lang="en-GB" dirty="0" smtClean="0">
                <a:latin typeface="Arial" charset="0"/>
              </a:rPr>
              <a:t>body</a:t>
            </a:r>
            <a:endParaRPr lang="en-GB" dirty="0">
              <a:latin typeface="Arial" charset="0"/>
            </a:endParaRPr>
          </a:p>
        </p:txBody>
      </p:sp>
      <p:graphicFrame>
        <p:nvGraphicFramePr>
          <p:cNvPr id="40" name="Table 39"/>
          <p:cNvGraphicFramePr>
            <a:graphicFrameLocks noGrp="1"/>
          </p:cNvGraphicFramePr>
          <p:nvPr>
            <p:extLst>
              <p:ext uri="{D42A27DB-BD31-4B8C-83A1-F6EECF244321}">
                <p14:modId xmlns:p14="http://schemas.microsoft.com/office/powerpoint/2010/main" val="2338215108"/>
              </p:ext>
            </p:extLst>
          </p:nvPr>
        </p:nvGraphicFramePr>
        <p:xfrm>
          <a:off x="11963401" y="22147221"/>
          <a:ext cx="9432924" cy="5371089"/>
        </p:xfrm>
        <a:graphic>
          <a:graphicData uri="http://schemas.openxmlformats.org/drawingml/2006/table">
            <a:tbl>
              <a:tblPr>
                <a:tableStyleId>{125E5076-3810-47DD-B79F-674D7AD40C01}</a:tableStyleId>
              </a:tblPr>
              <a:tblGrid>
                <a:gridCol w="2411425"/>
                <a:gridCol w="2557498"/>
                <a:gridCol w="2265351"/>
                <a:gridCol w="2198650"/>
              </a:tblGrid>
              <a:tr h="1056099">
                <a:tc>
                  <a:txBody>
                    <a:bodyPr/>
                    <a:lstStyle/>
                    <a:p>
                      <a:pPr algn="ctr">
                        <a:lnSpc>
                          <a:spcPct val="115000"/>
                        </a:lnSpc>
                        <a:spcAft>
                          <a:spcPts val="0"/>
                        </a:spcAft>
                      </a:pPr>
                      <a:r>
                        <a:rPr lang="en-GB" sz="2000" b="1" kern="1200" dirty="0" smtClean="0">
                          <a:solidFill>
                            <a:schemeClr val="lt1"/>
                          </a:solidFill>
                          <a:effectLst/>
                          <a:latin typeface="+mn-lt"/>
                          <a:ea typeface="+mn-ea"/>
                          <a:cs typeface="+mn-cs"/>
                        </a:rPr>
                        <a:t>I</a:t>
                      </a:r>
                      <a:endParaRPr lang="en-GB" sz="2000" b="1" kern="1200" dirty="0">
                        <a:solidFill>
                          <a:schemeClr val="lt1"/>
                        </a:solidFill>
                        <a:effectLst/>
                        <a:latin typeface="+mn-lt"/>
                        <a:ea typeface="+mn-ea"/>
                        <a:cs typeface="+mn-cs"/>
                      </a:endParaRPr>
                    </a:p>
                  </a:txBody>
                  <a:tcPr marL="68579" marR="68579" marT="0" marB="0">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GB" sz="2000" b="1" kern="1200" dirty="0" err="1" smtClean="0">
                          <a:solidFill>
                            <a:schemeClr val="lt1"/>
                          </a:solidFill>
                          <a:effectLst/>
                          <a:latin typeface="+mn-lt"/>
                          <a:ea typeface="+mn-ea"/>
                          <a:cs typeface="+mn-cs"/>
                        </a:rPr>
                        <a:t>fsdfsdf</a:t>
                      </a:r>
                      <a:endParaRPr lang="en-GB" sz="2000" b="1" kern="1200" dirty="0">
                        <a:solidFill>
                          <a:schemeClr val="lt1"/>
                        </a:solidFill>
                        <a:effectLst/>
                        <a:latin typeface="+mn-lt"/>
                        <a:ea typeface="+mn-ea"/>
                        <a:cs typeface="+mn-cs"/>
                      </a:endParaRPr>
                    </a:p>
                  </a:txBody>
                  <a:tcPr marL="68579" marR="68579" marT="0" marB="0">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GB" sz="2000" b="1" kern="1200" dirty="0">
                          <a:solidFill>
                            <a:schemeClr val="lt1"/>
                          </a:solidFill>
                          <a:effectLst/>
                          <a:latin typeface="+mn-lt"/>
                          <a:ea typeface="+mn-ea"/>
                          <a:cs typeface="+mn-cs"/>
                        </a:rPr>
                        <a:t>% time with wind from MWI under stable conditions</a:t>
                      </a:r>
                    </a:p>
                  </a:txBody>
                  <a:tcPr marL="68579" marR="68579" marT="0" marB="0">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GB" sz="2000" b="1" kern="1200" dirty="0">
                          <a:solidFill>
                            <a:schemeClr val="lt1"/>
                          </a:solidFill>
                          <a:effectLst/>
                          <a:latin typeface="+mn-lt"/>
                          <a:ea typeface="+mn-ea"/>
                          <a:cs typeface="+mn-cs"/>
                        </a:rPr>
                        <a:t>% of the study period</a:t>
                      </a:r>
                    </a:p>
                  </a:txBody>
                  <a:tcPr marL="68579" marR="68579" marT="0" marB="0">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528050">
                <a:tc>
                  <a:txBody>
                    <a:bodyPr/>
                    <a:lstStyle/>
                    <a:p>
                      <a:pPr>
                        <a:lnSpc>
                          <a:spcPct val="115000"/>
                        </a:lnSpc>
                        <a:spcAft>
                          <a:spcPts val="0"/>
                        </a:spcAft>
                      </a:pPr>
                      <a:r>
                        <a:rPr lang="en-GB" sz="2000" b="1" kern="1200" dirty="0" err="1">
                          <a:solidFill>
                            <a:schemeClr val="lt1"/>
                          </a:solidFill>
                          <a:effectLst/>
                          <a:latin typeface="+mn-lt"/>
                          <a:ea typeface="+mn-ea"/>
                          <a:cs typeface="+mn-cs"/>
                        </a:rPr>
                        <a:t>Crymlyn</a:t>
                      </a:r>
                      <a:r>
                        <a:rPr lang="en-GB" sz="2000" b="1" kern="1200" dirty="0">
                          <a:solidFill>
                            <a:schemeClr val="lt1"/>
                          </a:solidFill>
                          <a:effectLst/>
                          <a:latin typeface="+mn-lt"/>
                          <a:ea typeface="+mn-ea"/>
                          <a:cs typeface="+mn-cs"/>
                        </a:rPr>
                        <a:t> Burrows</a:t>
                      </a:r>
                    </a:p>
                  </a:txBody>
                  <a:tcPr marL="68579" marR="68579" marT="0" marB="0">
                    <a:lnT w="28575" cap="flat" cmpd="sng" algn="ctr">
                      <a:solidFill>
                        <a:schemeClr val="tx1"/>
                      </a:solidFill>
                      <a:prstDash val="solid"/>
                      <a:round/>
                      <a:headEnd type="none" w="med" len="med"/>
                      <a:tailEnd type="none" w="med" len="med"/>
                    </a:lnT>
                  </a:tcPr>
                </a:tc>
                <a:tc>
                  <a:txBody>
                    <a:bodyPr/>
                    <a:lstStyle/>
                    <a:p>
                      <a:pPr>
                        <a:lnSpc>
                          <a:spcPct val="115000"/>
                        </a:lnSpc>
                        <a:spcAft>
                          <a:spcPts val="0"/>
                        </a:spcAft>
                      </a:pPr>
                      <a:r>
                        <a:rPr lang="en-GB" sz="2000" b="0" kern="1200" dirty="0" err="1" smtClean="0">
                          <a:solidFill>
                            <a:schemeClr val="tx1"/>
                          </a:solidFill>
                          <a:effectLst/>
                          <a:latin typeface="+mn-lt"/>
                          <a:ea typeface="+mn-ea"/>
                          <a:cs typeface="+mn-cs"/>
                        </a:rPr>
                        <a:t>dfsdf</a:t>
                      </a:r>
                      <a:endParaRPr lang="en-GB" sz="2000" b="0" kern="1200" dirty="0">
                        <a:solidFill>
                          <a:schemeClr val="tx1"/>
                        </a:solidFill>
                        <a:effectLst/>
                        <a:latin typeface="+mn-lt"/>
                        <a:ea typeface="+mn-ea"/>
                        <a:cs typeface="+mn-cs"/>
                      </a:endParaRPr>
                    </a:p>
                  </a:txBody>
                  <a:tcPr marL="68579" marR="68579" marT="0" marB="0">
                    <a:lnT w="28575"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lnT w="28575"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lnT w="28575" cap="flat" cmpd="sng" algn="ctr">
                      <a:solidFill>
                        <a:schemeClr val="tx1"/>
                      </a:solidFill>
                      <a:prstDash val="solid"/>
                      <a:round/>
                      <a:headEnd type="none" w="med" len="med"/>
                      <a:tailEnd type="none" w="med" len="med"/>
                    </a:lnT>
                    <a:solidFill>
                      <a:schemeClr val="bg1">
                        <a:lumMod val="95000"/>
                      </a:schemeClr>
                    </a:solidFill>
                  </a:tcPr>
                </a:tc>
              </a:tr>
              <a:tr h="528050">
                <a:tc>
                  <a:txBody>
                    <a:bodyPr/>
                    <a:lstStyle/>
                    <a:p>
                      <a:pPr>
                        <a:lnSpc>
                          <a:spcPct val="115000"/>
                        </a:lnSpc>
                        <a:spcAft>
                          <a:spcPts val="0"/>
                        </a:spcAft>
                      </a:pPr>
                      <a:r>
                        <a:rPr lang="en-GB" sz="2000" b="1" kern="1200" dirty="0">
                          <a:solidFill>
                            <a:schemeClr val="lt1"/>
                          </a:solidFill>
                          <a:effectLst/>
                          <a:latin typeface="+mn-lt"/>
                          <a:ea typeface="+mn-ea"/>
                          <a:cs typeface="+mn-cs"/>
                        </a:rPr>
                        <a:t>Dudley</a:t>
                      </a:r>
                    </a:p>
                  </a:txBody>
                  <a:tcPr marL="68579" marR="68579" marT="0" marB="0"/>
                </a:tc>
                <a:tc>
                  <a:txBody>
                    <a:bodyPr/>
                    <a:lstStyle/>
                    <a:p>
                      <a:pPr>
                        <a:lnSpc>
                          <a:spcPct val="115000"/>
                        </a:lnSpc>
                        <a:spcAft>
                          <a:spcPts val="0"/>
                        </a:spcAft>
                      </a:pPr>
                      <a:r>
                        <a:rPr lang="en-GB" sz="2000" b="0" kern="1200" dirty="0" err="1" smtClean="0">
                          <a:solidFill>
                            <a:schemeClr val="tx1"/>
                          </a:solidFill>
                          <a:effectLst/>
                          <a:latin typeface="+mn-lt"/>
                          <a:ea typeface="+mn-ea"/>
                          <a:cs typeface="+mn-cs"/>
                        </a:rPr>
                        <a:t>sdfsdfs</a:t>
                      </a: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r>
              <a:tr h="528050">
                <a:tc>
                  <a:txBody>
                    <a:bodyPr/>
                    <a:lstStyle/>
                    <a:p>
                      <a:pPr>
                        <a:lnSpc>
                          <a:spcPct val="115000"/>
                        </a:lnSpc>
                        <a:spcAft>
                          <a:spcPts val="0"/>
                        </a:spcAft>
                      </a:pPr>
                      <a:r>
                        <a:rPr lang="en-GB" sz="2000" b="1" kern="1200" dirty="0">
                          <a:solidFill>
                            <a:schemeClr val="lt1"/>
                          </a:solidFill>
                          <a:effectLst/>
                          <a:latin typeface="+mn-lt"/>
                          <a:ea typeface="+mn-ea"/>
                          <a:cs typeface="+mn-cs"/>
                        </a:rPr>
                        <a:t>Dudley</a:t>
                      </a:r>
                    </a:p>
                  </a:txBody>
                  <a:tcPr marL="68579" marR="68579" marT="0" marB="0"/>
                </a:tc>
                <a:tc>
                  <a:txBody>
                    <a:bodyPr/>
                    <a:lstStyle/>
                    <a:p>
                      <a:pPr>
                        <a:lnSpc>
                          <a:spcPct val="115000"/>
                        </a:lnSpc>
                        <a:spcAft>
                          <a:spcPts val="0"/>
                        </a:spcAft>
                      </a:pPr>
                      <a:r>
                        <a:rPr lang="en-GB" sz="2000" b="0" kern="1200" dirty="0" err="1" smtClean="0">
                          <a:solidFill>
                            <a:schemeClr val="tx1"/>
                          </a:solidFill>
                          <a:effectLst/>
                          <a:latin typeface="+mn-lt"/>
                          <a:ea typeface="+mn-ea"/>
                          <a:cs typeface="+mn-cs"/>
                        </a:rPr>
                        <a:t>sdfsdfdg</a:t>
                      </a: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r>
              <a:tr h="528050">
                <a:tc>
                  <a:txBody>
                    <a:bodyPr/>
                    <a:lstStyle/>
                    <a:p>
                      <a:pPr>
                        <a:lnSpc>
                          <a:spcPct val="115000"/>
                        </a:lnSpc>
                        <a:spcAft>
                          <a:spcPts val="0"/>
                        </a:spcAft>
                      </a:pPr>
                      <a:r>
                        <a:rPr lang="en-GB" sz="2000" b="1" kern="1200" dirty="0">
                          <a:solidFill>
                            <a:schemeClr val="lt1"/>
                          </a:solidFill>
                          <a:effectLst/>
                          <a:latin typeface="+mn-lt"/>
                          <a:ea typeface="+mn-ea"/>
                          <a:cs typeface="+mn-cs"/>
                        </a:rPr>
                        <a:t>Stockton-on-Tees</a:t>
                      </a:r>
                    </a:p>
                  </a:txBody>
                  <a:tcPr marL="68579" marR="68579" marT="0" marB="0"/>
                </a:tc>
                <a:tc>
                  <a:txBody>
                    <a:bodyPr/>
                    <a:lstStyle/>
                    <a:p>
                      <a:pPr>
                        <a:lnSpc>
                          <a:spcPct val="115000"/>
                        </a:lnSpc>
                        <a:spcAft>
                          <a:spcPts val="0"/>
                        </a:spcAft>
                      </a:pPr>
                      <a:r>
                        <a:rPr lang="en-GB" sz="2000" b="0" kern="1200" dirty="0" err="1" smtClean="0">
                          <a:solidFill>
                            <a:schemeClr val="tx1"/>
                          </a:solidFill>
                          <a:effectLst/>
                          <a:latin typeface="+mn-lt"/>
                          <a:ea typeface="+mn-ea"/>
                          <a:cs typeface="+mn-cs"/>
                        </a:rPr>
                        <a:t>dfgdfg</a:t>
                      </a: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r>
              <a:tr h="503767">
                <a:tc>
                  <a:txBody>
                    <a:bodyPr/>
                    <a:lstStyle/>
                    <a:p>
                      <a:pPr>
                        <a:lnSpc>
                          <a:spcPct val="115000"/>
                        </a:lnSpc>
                        <a:spcAft>
                          <a:spcPts val="0"/>
                        </a:spcAft>
                      </a:pPr>
                      <a:r>
                        <a:rPr lang="en-GB" sz="2000" b="1" kern="1200" dirty="0">
                          <a:solidFill>
                            <a:schemeClr val="lt1"/>
                          </a:solidFill>
                          <a:effectLst/>
                          <a:latin typeface="+mn-lt"/>
                          <a:ea typeface="+mn-ea"/>
                          <a:cs typeface="+mn-cs"/>
                        </a:rPr>
                        <a:t>Sheffield</a:t>
                      </a:r>
                    </a:p>
                  </a:txBody>
                  <a:tcPr marL="68579" marR="68579" marT="0" marB="0"/>
                </a:tc>
                <a:tc>
                  <a:txBody>
                    <a:bodyPr/>
                    <a:lstStyle/>
                    <a:p>
                      <a:pPr>
                        <a:lnSpc>
                          <a:spcPct val="115000"/>
                        </a:lnSpc>
                        <a:spcAft>
                          <a:spcPts val="0"/>
                        </a:spcAft>
                      </a:pPr>
                      <a:r>
                        <a:rPr lang="en-GB" sz="2000" b="0" kern="1200" dirty="0" err="1" smtClean="0">
                          <a:solidFill>
                            <a:schemeClr val="tx1"/>
                          </a:solidFill>
                          <a:effectLst/>
                          <a:latin typeface="+mn-lt"/>
                          <a:ea typeface="+mn-ea"/>
                          <a:cs typeface="+mn-cs"/>
                        </a:rPr>
                        <a:t>dfgdfg</a:t>
                      </a: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r>
              <a:tr h="642923">
                <a:tc>
                  <a:txBody>
                    <a:bodyPr/>
                    <a:lstStyle/>
                    <a:p>
                      <a:pPr>
                        <a:lnSpc>
                          <a:spcPct val="115000"/>
                        </a:lnSpc>
                        <a:spcAft>
                          <a:spcPts val="0"/>
                        </a:spcAft>
                      </a:pPr>
                      <a:r>
                        <a:rPr lang="en-GB" sz="2000" b="1" kern="1200" dirty="0">
                          <a:solidFill>
                            <a:schemeClr val="lt1"/>
                          </a:solidFill>
                          <a:effectLst/>
                          <a:latin typeface="+mn-lt"/>
                          <a:ea typeface="+mn-ea"/>
                          <a:cs typeface="+mn-cs"/>
                        </a:rPr>
                        <a:t>SELCHP</a:t>
                      </a:r>
                    </a:p>
                  </a:txBody>
                  <a:tcPr marL="68579" marR="68579" marT="0" marB="0"/>
                </a:tc>
                <a:tc>
                  <a:txBody>
                    <a:bodyPr/>
                    <a:lstStyle/>
                    <a:p>
                      <a:pPr>
                        <a:lnSpc>
                          <a:spcPct val="115000"/>
                        </a:lnSpc>
                        <a:spcAft>
                          <a:spcPts val="0"/>
                        </a:spcAft>
                      </a:pPr>
                      <a:r>
                        <a:rPr lang="en-GB" sz="2000" b="0" kern="1200" dirty="0">
                          <a:solidFill>
                            <a:schemeClr val="tx1"/>
                          </a:solidFill>
                          <a:effectLst/>
                          <a:latin typeface="+mn-lt"/>
                          <a:ea typeface="+mn-ea"/>
                          <a:cs typeface="+mn-cs"/>
                        </a:rPr>
                        <a:t>London Westminster</a:t>
                      </a: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r>
              <a:tr h="528050">
                <a:tc>
                  <a:txBody>
                    <a:bodyPr/>
                    <a:lstStyle/>
                    <a:p>
                      <a:pPr>
                        <a:lnSpc>
                          <a:spcPct val="115000"/>
                        </a:lnSpc>
                        <a:spcAft>
                          <a:spcPts val="0"/>
                        </a:spcAft>
                      </a:pPr>
                      <a:r>
                        <a:rPr lang="en-GB" sz="2000" b="1" kern="1200" dirty="0">
                          <a:solidFill>
                            <a:schemeClr val="lt1"/>
                          </a:solidFill>
                          <a:effectLst/>
                          <a:latin typeface="+mn-lt"/>
                          <a:ea typeface="+mn-ea"/>
                          <a:cs typeface="+mn-cs"/>
                        </a:rPr>
                        <a:t>Wolverhampton </a:t>
                      </a:r>
                    </a:p>
                  </a:txBody>
                  <a:tcPr marL="68579" marR="68579" marT="0" marB="0"/>
                </a:tc>
                <a:tc>
                  <a:txBody>
                    <a:bodyPr/>
                    <a:lstStyle/>
                    <a:p>
                      <a:pPr>
                        <a:lnSpc>
                          <a:spcPct val="115000"/>
                        </a:lnSpc>
                        <a:spcAft>
                          <a:spcPts val="0"/>
                        </a:spcAft>
                      </a:pPr>
                      <a:r>
                        <a:rPr lang="en-GB" sz="2000" b="0" kern="1200" dirty="0">
                          <a:solidFill>
                            <a:schemeClr val="tx1"/>
                          </a:solidFill>
                          <a:effectLst/>
                          <a:latin typeface="+mn-lt"/>
                          <a:ea typeface="+mn-ea"/>
                          <a:cs typeface="+mn-cs"/>
                        </a:rPr>
                        <a:t>Walsall Bilston Lane</a:t>
                      </a: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solidFill>
                      <a:schemeClr val="bg1">
                        <a:lumMod val="95000"/>
                      </a:schemeClr>
                    </a:solidFill>
                  </a:tcPr>
                </a:tc>
              </a:tr>
              <a:tr h="528050">
                <a:tc>
                  <a:txBody>
                    <a:bodyPr/>
                    <a:lstStyle/>
                    <a:p>
                      <a:pPr>
                        <a:lnSpc>
                          <a:spcPct val="115000"/>
                        </a:lnSpc>
                        <a:spcAft>
                          <a:spcPts val="0"/>
                        </a:spcAft>
                      </a:pPr>
                      <a:r>
                        <a:rPr lang="en-GB" sz="2000" b="1" kern="1200" dirty="0">
                          <a:solidFill>
                            <a:schemeClr val="lt1"/>
                          </a:solidFill>
                          <a:effectLst/>
                          <a:latin typeface="+mn-lt"/>
                          <a:ea typeface="+mn-ea"/>
                          <a:cs typeface="+mn-cs"/>
                        </a:rPr>
                        <a:t>Wolverhampton </a:t>
                      </a:r>
                    </a:p>
                  </a:txBody>
                  <a:tcPr marL="68579" marR="68579" marT="0" marB="0">
                    <a:lnB w="28575"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GB" sz="2000" b="0" kern="1200" dirty="0">
                          <a:solidFill>
                            <a:schemeClr val="tx1"/>
                          </a:solidFill>
                          <a:effectLst/>
                          <a:latin typeface="+mn-lt"/>
                          <a:ea typeface="+mn-ea"/>
                          <a:cs typeface="+mn-cs"/>
                        </a:rPr>
                        <a:t>Walsall Centre</a:t>
                      </a:r>
                    </a:p>
                  </a:txBody>
                  <a:tcPr marL="68579" marR="68579" marT="0" marB="0">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lnB w="285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pPr>
                      <a:endParaRPr lang="en-GB" sz="2000" b="0" kern="1200" dirty="0">
                        <a:solidFill>
                          <a:schemeClr val="tx1"/>
                        </a:solidFill>
                        <a:effectLst/>
                        <a:latin typeface="+mn-lt"/>
                        <a:ea typeface="+mn-ea"/>
                        <a:cs typeface="+mn-cs"/>
                      </a:endParaRPr>
                    </a:p>
                  </a:txBody>
                  <a:tcPr marL="68579" marR="68579" marT="0" marB="0">
                    <a:lnB w="28575" cap="flat" cmpd="sng" algn="ctr">
                      <a:solidFill>
                        <a:schemeClr val="tx1"/>
                      </a:solidFill>
                      <a:prstDash val="solid"/>
                      <a:round/>
                      <a:headEnd type="none" w="med" len="med"/>
                      <a:tailEnd type="none" w="med" len="med"/>
                    </a:lnB>
                    <a:solidFill>
                      <a:schemeClr val="bg1">
                        <a:lumMod val="95000"/>
                      </a:schemeClr>
                    </a:solidFill>
                  </a:tcPr>
                </a:tc>
              </a:tr>
            </a:tbl>
          </a:graphicData>
        </a:graphic>
      </p:graphicFrame>
      <p:sp>
        <p:nvSpPr>
          <p:cNvPr id="2131" name="Text Box 74"/>
          <p:cNvSpPr txBox="1">
            <a:spLocks noChangeArrowheads="1"/>
          </p:cNvSpPr>
          <p:nvPr/>
        </p:nvSpPr>
        <p:spPr bwMode="auto">
          <a:xfrm>
            <a:off x="11531202" y="20667817"/>
            <a:ext cx="10153650" cy="680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623" tIns="32312" rIns="64623" bIns="32312">
            <a:spAutoFit/>
          </a:bodyPr>
          <a:lstStyle>
            <a:lvl1pPr defTabSz="644525" eaLnBrk="0" hangingPunct="0">
              <a:defRPr sz="2400">
                <a:solidFill>
                  <a:schemeClr val="tx1"/>
                </a:solidFill>
                <a:latin typeface="Arial" panose="020B0604020202020204" pitchFamily="34" charset="0"/>
              </a:defRPr>
            </a:lvl1pPr>
            <a:lvl2pPr marL="742950" indent="-285750" defTabSz="644525" eaLnBrk="0" hangingPunct="0">
              <a:defRPr sz="2400">
                <a:solidFill>
                  <a:schemeClr val="tx1"/>
                </a:solidFill>
                <a:latin typeface="Arial" panose="020B0604020202020204" pitchFamily="34" charset="0"/>
              </a:defRPr>
            </a:lvl2pPr>
            <a:lvl3pPr marL="1143000" indent="-228600" defTabSz="644525" eaLnBrk="0" hangingPunct="0">
              <a:defRPr sz="2400">
                <a:solidFill>
                  <a:schemeClr val="tx1"/>
                </a:solidFill>
                <a:latin typeface="Arial" panose="020B0604020202020204" pitchFamily="34" charset="0"/>
              </a:defRPr>
            </a:lvl3pPr>
            <a:lvl4pPr marL="1600200" indent="-228600" defTabSz="644525" eaLnBrk="0" hangingPunct="0">
              <a:defRPr sz="2400">
                <a:solidFill>
                  <a:schemeClr val="tx1"/>
                </a:solidFill>
                <a:latin typeface="Arial" panose="020B0604020202020204" pitchFamily="34" charset="0"/>
              </a:defRPr>
            </a:lvl4pPr>
            <a:lvl5pPr marL="2057400" indent="-228600" defTabSz="644525" eaLnBrk="0" hangingPunct="0">
              <a:defRPr sz="2400">
                <a:solidFill>
                  <a:schemeClr val="tx1"/>
                </a:solidFill>
                <a:latin typeface="Arial" panose="020B0604020202020204" pitchFamily="34" charset="0"/>
              </a:defRPr>
            </a:lvl5pPr>
            <a:lvl6pPr marL="2514600" indent="-228600" defTabSz="64452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64452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64452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644525"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n-GB" altLang="en-US" sz="2000" b="1" dirty="0">
                <a:solidFill>
                  <a:srgbClr val="00B050"/>
                </a:solidFill>
              </a:rPr>
              <a:t>Table 2</a:t>
            </a:r>
            <a:r>
              <a:rPr lang="en-GB" altLang="en-US" sz="2000" b="1" dirty="0" smtClean="0">
                <a:solidFill>
                  <a:srgbClr val="00B050"/>
                </a:solidFill>
              </a:rPr>
              <a:t>. </a:t>
            </a:r>
            <a:r>
              <a:rPr lang="en-GB" altLang="en-US" sz="2000" dirty="0" smtClean="0">
                <a:solidFill>
                  <a:srgbClr val="00B050"/>
                </a:solidFill>
              </a:rPr>
              <a:t>Table figure caption Table figure caption Table figure caption Table figure caption Table figure caption Table figure caption Table figure caption Table figure caption Table</a:t>
            </a:r>
          </a:p>
        </p:txBody>
      </p:sp>
      <p:pic>
        <p:nvPicPr>
          <p:cNvPr id="2132" name="Picture 4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1674948" y="15366319"/>
            <a:ext cx="9901237"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33" name="Text Box 74"/>
          <p:cNvSpPr txBox="1">
            <a:spLocks noChangeArrowheads="1"/>
          </p:cNvSpPr>
          <p:nvPr/>
        </p:nvSpPr>
        <p:spPr bwMode="auto">
          <a:xfrm>
            <a:off x="11603038" y="14364866"/>
            <a:ext cx="10153650" cy="1142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623" tIns="32312" rIns="64623" bIns="32312">
            <a:spAutoFit/>
          </a:bodyPr>
          <a:lstStyle>
            <a:lvl1pPr defTabSz="644525" eaLnBrk="0" hangingPunct="0">
              <a:defRPr sz="2400">
                <a:solidFill>
                  <a:schemeClr val="tx1"/>
                </a:solidFill>
                <a:latin typeface="Arial" panose="020B0604020202020204" pitchFamily="34" charset="0"/>
              </a:defRPr>
            </a:lvl1pPr>
            <a:lvl2pPr marL="742950" indent="-285750" defTabSz="644525" eaLnBrk="0" hangingPunct="0">
              <a:defRPr sz="2400">
                <a:solidFill>
                  <a:schemeClr val="tx1"/>
                </a:solidFill>
                <a:latin typeface="Arial" panose="020B0604020202020204" pitchFamily="34" charset="0"/>
              </a:defRPr>
            </a:lvl2pPr>
            <a:lvl3pPr marL="1143000" indent="-228600" defTabSz="644525" eaLnBrk="0" hangingPunct="0">
              <a:defRPr sz="2400">
                <a:solidFill>
                  <a:schemeClr val="tx1"/>
                </a:solidFill>
                <a:latin typeface="Arial" panose="020B0604020202020204" pitchFamily="34" charset="0"/>
              </a:defRPr>
            </a:lvl3pPr>
            <a:lvl4pPr marL="1600200" indent="-228600" defTabSz="644525" eaLnBrk="0" hangingPunct="0">
              <a:defRPr sz="2400">
                <a:solidFill>
                  <a:schemeClr val="tx1"/>
                </a:solidFill>
                <a:latin typeface="Arial" panose="020B0604020202020204" pitchFamily="34" charset="0"/>
              </a:defRPr>
            </a:lvl4pPr>
            <a:lvl5pPr marL="2057400" indent="-228600" defTabSz="644525" eaLnBrk="0" hangingPunct="0">
              <a:defRPr sz="2400">
                <a:solidFill>
                  <a:schemeClr val="tx1"/>
                </a:solidFill>
                <a:latin typeface="Arial" panose="020B0604020202020204" pitchFamily="34" charset="0"/>
              </a:defRPr>
            </a:lvl5pPr>
            <a:lvl6pPr marL="2514600" indent="-228600" defTabSz="64452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64452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64452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644525"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ct val="50000"/>
              </a:spcBef>
            </a:pPr>
            <a:r>
              <a:rPr lang="en-GB" altLang="en-US" sz="2000" b="1" dirty="0">
                <a:solidFill>
                  <a:srgbClr val="00B050"/>
                </a:solidFill>
              </a:rPr>
              <a:t>Fig. </a:t>
            </a:r>
            <a:r>
              <a:rPr lang="en-GB" altLang="en-US" sz="2000" b="1" dirty="0" smtClean="0">
                <a:solidFill>
                  <a:srgbClr val="00B050"/>
                </a:solidFill>
              </a:rPr>
              <a:t>2n </a:t>
            </a:r>
            <a:r>
              <a:rPr lang="en-GB" altLang="en-US" sz="2000" dirty="0" smtClean="0">
                <a:solidFill>
                  <a:srgbClr val="00B050"/>
                </a:solidFill>
              </a:rPr>
              <a:t>Table figure caption Table figure caption Table figure caption Table figure caption Table figure caption Table figure caption Table figure caption Table figure caption Table</a:t>
            </a:r>
          </a:p>
          <a:p>
            <a:pPr algn="just" eaLnBrk="1" hangingPunct="1">
              <a:spcBef>
                <a:spcPct val="50000"/>
              </a:spcBef>
            </a:pPr>
            <a:endParaRPr lang="en-GB" altLang="en-US" sz="2000" dirty="0">
              <a:solidFill>
                <a:srgbClr val="00B050"/>
              </a:solidFill>
            </a:endParaRPr>
          </a:p>
        </p:txBody>
      </p:sp>
      <p:sp>
        <p:nvSpPr>
          <p:cNvPr id="2134" name="TextBox 45"/>
          <p:cNvSpPr txBox="1">
            <a:spLocks noChangeArrowheads="1"/>
          </p:cNvSpPr>
          <p:nvPr/>
        </p:nvSpPr>
        <p:spPr bwMode="auto">
          <a:xfrm>
            <a:off x="807720" y="26764758"/>
            <a:ext cx="100806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defRPr/>
            </a:pPr>
            <a:r>
              <a:rPr lang="en-GB" dirty="0">
                <a:latin typeface="Arial" charset="0"/>
              </a:rPr>
              <a:t>Main body text, Main body text, Main body text, Main body text, Main body text, Main body text, Main body text, Main body text, Main </a:t>
            </a:r>
            <a:r>
              <a:rPr lang="en-GB" dirty="0" smtClean="0">
                <a:latin typeface="Arial" charset="0"/>
              </a:rPr>
              <a:t>body</a:t>
            </a:r>
            <a:r>
              <a:rPr lang="en-GB" dirty="0">
                <a:latin typeface="Arial" charset="0"/>
              </a:rPr>
              <a:t> Main body text, Main body text, Main body text, Main body text, Main body text, Main </a:t>
            </a:r>
            <a:r>
              <a:rPr lang="en-GB" dirty="0" err="1">
                <a:latin typeface="Arial" charset="0"/>
              </a:rPr>
              <a:t>Main</a:t>
            </a:r>
            <a:r>
              <a:rPr lang="en-GB" dirty="0">
                <a:latin typeface="Arial" charset="0"/>
              </a:rPr>
              <a:t> body text, Main body text, Main body text, </a:t>
            </a:r>
            <a:r>
              <a:rPr lang="en-GB" dirty="0" smtClean="0">
                <a:latin typeface="Arial" charset="0"/>
              </a:rPr>
              <a:t>Main</a:t>
            </a:r>
            <a:endParaRPr lang="en-GB" altLang="en-US" dirty="0"/>
          </a:p>
        </p:txBody>
      </p:sp>
      <p:sp>
        <p:nvSpPr>
          <p:cNvPr id="4" name="TextBox 3"/>
          <p:cNvSpPr txBox="1"/>
          <p:nvPr/>
        </p:nvSpPr>
        <p:spPr>
          <a:xfrm>
            <a:off x="-20016570" y="720111"/>
            <a:ext cx="17974454" cy="31362432"/>
          </a:xfrm>
          <a:prstGeom prst="rect">
            <a:avLst/>
          </a:prstGeom>
          <a:noFill/>
        </p:spPr>
        <p:txBody>
          <a:bodyPr wrap="square" rtlCol="0">
            <a:spAutoFit/>
          </a:bodyPr>
          <a:lstStyle/>
          <a:p>
            <a:r>
              <a:rPr lang="en-GB" sz="4000" b="1" u="sng" dirty="0" smtClean="0"/>
              <a:t>Visual Guideline for ISAB posters</a:t>
            </a:r>
          </a:p>
          <a:p>
            <a:endParaRPr lang="en-GB" sz="4000" b="1" dirty="0"/>
          </a:p>
          <a:p>
            <a:r>
              <a:rPr lang="en-GB" sz="4000" b="1" dirty="0" smtClean="0"/>
              <a:t>Title</a:t>
            </a:r>
            <a:r>
              <a:rPr lang="en-GB" sz="4000" dirty="0" smtClean="0"/>
              <a:t> </a:t>
            </a:r>
            <a:r>
              <a:rPr lang="en-GB" sz="4000" dirty="0" smtClean="0"/>
              <a:t>font: Arial, bold 54</a:t>
            </a:r>
          </a:p>
          <a:p>
            <a:r>
              <a:rPr lang="en-GB" sz="4000" b="1" dirty="0" smtClean="0"/>
              <a:t>Author font: </a:t>
            </a:r>
            <a:r>
              <a:rPr lang="en-GB" sz="4000" dirty="0" smtClean="0"/>
              <a:t>Arial, bold 32</a:t>
            </a:r>
          </a:p>
          <a:p>
            <a:endParaRPr lang="en-GB" sz="4000" b="1" dirty="0"/>
          </a:p>
          <a:p>
            <a:r>
              <a:rPr lang="en-GB" sz="4000" b="1" u="sng" dirty="0" smtClean="0"/>
              <a:t>Affiliation:</a:t>
            </a:r>
            <a:r>
              <a:rPr lang="en-GB" sz="4000" dirty="0" smtClean="0"/>
              <a:t/>
            </a:r>
            <a:br>
              <a:rPr lang="en-GB" sz="4000" dirty="0" smtClean="0"/>
            </a:br>
            <a:r>
              <a:rPr lang="en-GB" sz="4000" dirty="0" smtClean="0"/>
              <a:t>Font: Arial, 24</a:t>
            </a:r>
            <a:br>
              <a:rPr lang="en-GB" sz="4000" dirty="0" smtClean="0"/>
            </a:br>
            <a:endParaRPr lang="en-GB" sz="4000" dirty="0" smtClean="0"/>
          </a:p>
          <a:p>
            <a:pPr marL="342900" indent="-342900">
              <a:buFont typeface="Arial" panose="020B0604020202020204" pitchFamily="34" charset="0"/>
              <a:buChar char="•"/>
            </a:pPr>
            <a:r>
              <a:rPr lang="en-GB" sz="4000" dirty="0" smtClean="0"/>
              <a:t>Epidemiology and Biostatistics, MRC-PHE Centre for Environment and Health, Imperial College London</a:t>
            </a:r>
          </a:p>
          <a:p>
            <a:pPr marL="342900" indent="-342900">
              <a:buFont typeface="Arial" panose="020B0604020202020204" pitchFamily="34" charset="0"/>
              <a:buChar char="•"/>
            </a:pPr>
            <a:r>
              <a:rPr lang="en-GB" sz="4000" dirty="0" smtClean="0"/>
              <a:t>Environmental Research Group, MRC-PHE Centre for Environment and Health, King’s College London</a:t>
            </a:r>
          </a:p>
          <a:p>
            <a:pPr marL="342900" indent="-342900">
              <a:buFont typeface="Arial" panose="020B0604020202020204" pitchFamily="34" charset="0"/>
              <a:buChar char="•"/>
            </a:pPr>
            <a:r>
              <a:rPr lang="en-GB" sz="4000" dirty="0" smtClean="0"/>
              <a:t>Analytical &amp; Environmental Sciences Division, MRC-PHE Centre for Environment and Health, King’s College London</a:t>
            </a:r>
          </a:p>
          <a:p>
            <a:pPr marL="342900" indent="-342900">
              <a:buFont typeface="Arial" panose="020B0604020202020204" pitchFamily="34" charset="0"/>
              <a:buChar char="•"/>
            </a:pPr>
            <a:r>
              <a:rPr lang="en-GB" sz="4000" dirty="0" smtClean="0"/>
              <a:t>Surgery and Cancer, MRC-PHE Centre for Environment and Health, Imperial College London</a:t>
            </a:r>
          </a:p>
          <a:p>
            <a:pPr marL="342900" indent="-342900">
              <a:buFont typeface="Arial" panose="020B0604020202020204" pitchFamily="34" charset="0"/>
              <a:buChar char="•"/>
            </a:pPr>
            <a:r>
              <a:rPr lang="en-GB" sz="4000" dirty="0" smtClean="0"/>
              <a:t>National Heart and Lung Institute, MRC-PHE Centre for Environment and Health, Imperial College London</a:t>
            </a:r>
          </a:p>
          <a:p>
            <a:endParaRPr lang="en-GB" sz="4000" dirty="0" smtClean="0"/>
          </a:p>
          <a:p>
            <a:r>
              <a:rPr lang="en-GB" sz="4000" b="1" u="sng" dirty="0" smtClean="0"/>
              <a:t>Content</a:t>
            </a:r>
          </a:p>
          <a:p>
            <a:r>
              <a:rPr lang="en-GB" sz="4000" b="1" dirty="0" smtClean="0"/>
              <a:t>Headers font: </a:t>
            </a:r>
            <a:r>
              <a:rPr lang="en-GB" sz="4000" dirty="0" smtClean="0"/>
              <a:t>Arial bold, 30-34 </a:t>
            </a:r>
          </a:p>
          <a:p>
            <a:r>
              <a:rPr lang="en-GB" sz="4000" b="1" dirty="0" smtClean="0"/>
              <a:t>Main Body font: </a:t>
            </a:r>
            <a:r>
              <a:rPr lang="en-GB" sz="4000" dirty="0" smtClean="0"/>
              <a:t>Arial, 22-24 justified</a:t>
            </a:r>
          </a:p>
          <a:p>
            <a:r>
              <a:rPr lang="en-GB" sz="4000" b="1" dirty="0" smtClean="0"/>
              <a:t>Figure and Table Caption: </a:t>
            </a:r>
            <a:r>
              <a:rPr lang="en-GB" sz="4000" dirty="0" smtClean="0"/>
              <a:t>Arial, 20 justified</a:t>
            </a:r>
            <a:endParaRPr lang="en-GB" sz="4000" b="1" dirty="0"/>
          </a:p>
          <a:p>
            <a:endParaRPr lang="en-GB" sz="4000" b="1" dirty="0" smtClean="0"/>
          </a:p>
          <a:p>
            <a:r>
              <a:rPr lang="en-GB" sz="4000" b="1" u="sng" dirty="0" smtClean="0"/>
              <a:t>Headings</a:t>
            </a:r>
          </a:p>
          <a:p>
            <a:pPr marL="342900" indent="-342900">
              <a:buFont typeface="Arial" panose="020B0604020202020204" pitchFamily="34" charset="0"/>
              <a:buChar char="•"/>
            </a:pPr>
            <a:r>
              <a:rPr lang="en-GB" sz="4000" dirty="0" smtClean="0"/>
              <a:t>Please ensure the title and content are in line with the “MRC-PHE Centre for Environment” and the funder logos </a:t>
            </a:r>
          </a:p>
          <a:p>
            <a:pPr marL="342900" indent="-342900">
              <a:buFont typeface="Arial" panose="020B0604020202020204" pitchFamily="34" charset="0"/>
              <a:buChar char="•"/>
            </a:pPr>
            <a:r>
              <a:rPr lang="en-GB" sz="4000" dirty="0" smtClean="0"/>
              <a:t>Use the following headings if possible. </a:t>
            </a:r>
          </a:p>
          <a:p>
            <a:pPr marL="800100" lvl="1" indent="-342900">
              <a:buFont typeface="Arial" panose="020B0604020202020204" pitchFamily="34" charset="0"/>
              <a:buChar char="•"/>
            </a:pPr>
            <a:r>
              <a:rPr lang="en-GB" sz="4000" dirty="0" smtClean="0"/>
              <a:t>Background</a:t>
            </a:r>
          </a:p>
          <a:p>
            <a:pPr marL="800100" lvl="1" indent="-342900">
              <a:buFont typeface="Arial" panose="020B0604020202020204" pitchFamily="34" charset="0"/>
              <a:buChar char="•"/>
            </a:pPr>
            <a:r>
              <a:rPr lang="en-GB" sz="4000" dirty="0" smtClean="0"/>
              <a:t>Objective</a:t>
            </a:r>
          </a:p>
          <a:p>
            <a:pPr marL="800100" lvl="1" indent="-342900">
              <a:buFont typeface="Arial" panose="020B0604020202020204" pitchFamily="34" charset="0"/>
              <a:buChar char="•"/>
            </a:pPr>
            <a:r>
              <a:rPr lang="en-GB" sz="4000" dirty="0" smtClean="0"/>
              <a:t>Methods</a:t>
            </a:r>
          </a:p>
          <a:p>
            <a:pPr marL="800100" lvl="1" indent="-342900">
              <a:buFont typeface="Arial" panose="020B0604020202020204" pitchFamily="34" charset="0"/>
              <a:buChar char="•"/>
            </a:pPr>
            <a:r>
              <a:rPr lang="en-GB" sz="4000" dirty="0" smtClean="0"/>
              <a:t>Results</a:t>
            </a:r>
          </a:p>
          <a:p>
            <a:pPr marL="800100" lvl="1" indent="-342900">
              <a:buFont typeface="Arial" panose="020B0604020202020204" pitchFamily="34" charset="0"/>
              <a:buChar char="•"/>
            </a:pPr>
            <a:r>
              <a:rPr lang="en-GB" sz="4000" dirty="0" smtClean="0"/>
              <a:t>Conclusions</a:t>
            </a:r>
          </a:p>
          <a:p>
            <a:pPr marL="800100" lvl="1" indent="-342900">
              <a:buFont typeface="Arial" panose="020B0604020202020204" pitchFamily="34" charset="0"/>
              <a:buChar char="•"/>
            </a:pPr>
            <a:r>
              <a:rPr lang="en-GB" sz="4000" dirty="0" smtClean="0"/>
              <a:t>Acknowledgements</a:t>
            </a:r>
          </a:p>
          <a:p>
            <a:pPr marL="800100" lvl="1" indent="-342900">
              <a:buFont typeface="Arial" panose="020B0604020202020204" pitchFamily="34" charset="0"/>
              <a:buChar char="•"/>
            </a:pPr>
            <a:endParaRPr lang="en-GB" sz="4000" dirty="0"/>
          </a:p>
          <a:p>
            <a:pPr marL="342900" indent="-342900">
              <a:buFont typeface="Arial" panose="020B0604020202020204" pitchFamily="34" charset="0"/>
              <a:buChar char="•"/>
            </a:pPr>
            <a:r>
              <a:rPr lang="en-GB" sz="4000" dirty="0" smtClean="0"/>
              <a:t>If you do not wish to present your poster this way and use other headings, please do not deviate too far from the original suggested headings. </a:t>
            </a:r>
            <a:br>
              <a:rPr lang="en-GB" sz="4000" dirty="0" smtClean="0"/>
            </a:br>
            <a:endParaRPr lang="en-GB" sz="4000" dirty="0" smtClean="0"/>
          </a:p>
          <a:p>
            <a:r>
              <a:rPr lang="en-GB" sz="4000" b="1" u="sng" dirty="0" smtClean="0"/>
              <a:t>Figures and Tables</a:t>
            </a:r>
          </a:p>
          <a:p>
            <a:pPr marL="342900" indent="-342900">
              <a:buFont typeface="Arial" panose="020B0604020202020204" pitchFamily="34" charset="0"/>
              <a:buChar char="•"/>
            </a:pPr>
            <a:r>
              <a:rPr lang="en-GB" sz="4000" dirty="0" smtClean="0"/>
              <a:t>Figure and table caption to be above the table/figure</a:t>
            </a:r>
          </a:p>
          <a:p>
            <a:pPr marL="342900" indent="-342900">
              <a:buFont typeface="Arial" panose="020B0604020202020204" pitchFamily="34" charset="0"/>
              <a:buChar char="•"/>
            </a:pPr>
            <a:r>
              <a:rPr lang="en-GB" sz="4000" dirty="0" smtClean="0"/>
              <a:t>When referencing the tables and figures in the main text, use the following denotation: </a:t>
            </a:r>
          </a:p>
          <a:p>
            <a:r>
              <a:rPr lang="en-GB" sz="4000" dirty="0"/>
              <a:t>	</a:t>
            </a:r>
            <a:r>
              <a:rPr lang="en-GB" sz="4000" dirty="0" smtClean="0">
                <a:solidFill>
                  <a:srgbClr val="00B050"/>
                </a:solidFill>
              </a:rPr>
              <a:t>(Table 1) </a:t>
            </a:r>
            <a:r>
              <a:rPr lang="en-GB" sz="4000" dirty="0" smtClean="0"/>
              <a:t>or </a:t>
            </a:r>
            <a:r>
              <a:rPr lang="en-GB" sz="4000" dirty="0" smtClean="0">
                <a:solidFill>
                  <a:srgbClr val="00B050"/>
                </a:solidFill>
              </a:rPr>
              <a:t>(Fig. 1)</a:t>
            </a:r>
          </a:p>
          <a:p>
            <a:endParaRPr lang="en-GB" sz="4000" dirty="0" smtClean="0"/>
          </a:p>
          <a:p>
            <a:r>
              <a:rPr lang="en-GB" sz="4000" b="1" u="sng" dirty="0" smtClean="0"/>
              <a:t>Main content</a:t>
            </a:r>
          </a:p>
          <a:p>
            <a:pPr marL="342900" indent="-342900">
              <a:buFont typeface="Arial" panose="020B0604020202020204" pitchFamily="34" charset="0"/>
              <a:buChar char="•"/>
            </a:pPr>
            <a:r>
              <a:rPr lang="en-GB" sz="4000" dirty="0" smtClean="0"/>
              <a:t>Do not over clutter the poster with text. Be concise.</a:t>
            </a:r>
          </a:p>
          <a:p>
            <a:pPr marL="342900" indent="-342900">
              <a:buFont typeface="Arial" panose="020B0604020202020204" pitchFamily="34" charset="0"/>
              <a:buChar char="•"/>
            </a:pPr>
            <a:r>
              <a:rPr lang="en-GB" sz="4000" dirty="0" smtClean="0"/>
              <a:t>Keep the font sizes consistent. </a:t>
            </a:r>
          </a:p>
          <a:p>
            <a:pPr marL="342900" indent="-342900">
              <a:buFont typeface="Arial" panose="020B0604020202020204" pitchFamily="34" charset="0"/>
              <a:buChar char="•"/>
            </a:pPr>
            <a:r>
              <a:rPr lang="en-GB" sz="4000" dirty="0" smtClean="0"/>
              <a:t>A smaller font can be used for acknowledgement and references</a:t>
            </a:r>
          </a:p>
          <a:p>
            <a:pPr marL="342900" indent="-342900">
              <a:buFont typeface="Arial" panose="020B0604020202020204" pitchFamily="34" charset="0"/>
              <a:buChar char="•"/>
            </a:pPr>
            <a:r>
              <a:rPr lang="en-GB" sz="4000" dirty="0" smtClean="0"/>
              <a:t>Reference style is up to you, but must be consistent throughout. </a:t>
            </a:r>
          </a:p>
          <a:p>
            <a:endParaRPr lang="en-GB" dirty="0" smtClean="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smtClean="0"/>
          </a:p>
        </p:txBody>
      </p:sp>
      <p:sp>
        <p:nvSpPr>
          <p:cNvPr id="5" name="Rectangle 4"/>
          <p:cNvSpPr/>
          <p:nvPr/>
        </p:nvSpPr>
        <p:spPr>
          <a:xfrm>
            <a:off x="0" y="465796"/>
            <a:ext cx="720725" cy="822584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1819784" y="-117185"/>
            <a:ext cx="720725" cy="822584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3131</TotalTime>
  <Words>1018</Words>
  <Application>Microsoft Office PowerPoint</Application>
  <PresentationFormat>Custom</PresentationFormat>
  <Paragraphs>139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Default Design</vt:lpstr>
      <vt:lpstr>PowerPoint Presentation</vt:lpstr>
    </vt:vector>
  </TitlesOfParts>
  <Company>Imperial College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 Fielding</dc:creator>
  <cp:lastModifiedBy>Siew, Chun H</cp:lastModifiedBy>
  <cp:revision>249</cp:revision>
  <cp:lastPrinted>2014-05-07T09:34:23Z</cp:lastPrinted>
  <dcterms:created xsi:type="dcterms:W3CDTF">2003-03-17T12:59:41Z</dcterms:created>
  <dcterms:modified xsi:type="dcterms:W3CDTF">2016-04-05T09:59:24Z</dcterms:modified>
</cp:coreProperties>
</file>