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bbie Parks" initials="RP" lastIdx="1" clrIdx="0">
    <p:extLst/>
  </p:cmAuthor>
  <p:cmAuthor id="2" name="Robbie Parks" initials="RP [2]" lastIdx="1" clrIdx="1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78"/>
    <p:restoredTop sz="94664"/>
  </p:normalViewPr>
  <p:slideViewPr>
    <p:cSldViewPr snapToGrid="0" snapToObjects="1">
      <p:cViewPr varScale="1">
        <p:scale>
          <a:sx n="107" d="100"/>
          <a:sy n="107" d="100"/>
        </p:scale>
        <p:origin x="176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69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293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348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7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978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59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98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72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39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1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smtClean="0"/>
              <a:t>Click to edit Master text styles</a:t>
            </a:r>
          </a:p>
          <a:p>
            <a:pPr lvl="1"/>
            <a:r>
              <a:rPr lang="en-GB" smtClean="0"/>
              <a:t>Second level</a:t>
            </a:r>
          </a:p>
          <a:p>
            <a:pPr lvl="2"/>
            <a:r>
              <a:rPr lang="en-GB" smtClean="0"/>
              <a:t>Third level</a:t>
            </a:r>
          </a:p>
          <a:p>
            <a:pPr lvl="3"/>
            <a:r>
              <a:rPr lang="en-GB" smtClean="0"/>
              <a:t>Fourth level</a:t>
            </a:r>
          </a:p>
          <a:p>
            <a:pPr lvl="4"/>
            <a:r>
              <a:rPr lang="en-GB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078544-A5B3-9540-B75E-12DAE7BD7A2B}" type="datetimeFigureOut">
              <a:rPr lang="en-US" smtClean="0"/>
              <a:t>1/31/18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C292-D3D5-6D4F-AC06-C7967B5F7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023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Figure 1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33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023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Figure 1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127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023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Figure 1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69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023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Figure 1</a:t>
            </a:r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9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023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Figure 1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565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142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Figure </a:t>
            </a:r>
            <a:r>
              <a:rPr lang="en-US" dirty="0" smtClean="0"/>
              <a:t>S1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545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6" y="357352"/>
            <a:ext cx="1201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Figure </a:t>
            </a:r>
            <a:r>
              <a:rPr lang="en-US" dirty="0" smtClean="0"/>
              <a:t>S1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1" y="0"/>
            <a:ext cx="9693406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421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5" y="357352"/>
            <a:ext cx="140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Figure </a:t>
            </a:r>
            <a:r>
              <a:rPr lang="en-US" dirty="0" smtClean="0"/>
              <a:t>S2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1" y="0"/>
            <a:ext cx="9693406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388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2075" y="357352"/>
            <a:ext cx="140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Figure </a:t>
            </a:r>
            <a:r>
              <a:rPr lang="en-US" dirty="0" smtClean="0"/>
              <a:t>S3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546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2075" y="357352"/>
            <a:ext cx="140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Figure </a:t>
            </a:r>
            <a:r>
              <a:rPr lang="en-US" dirty="0" smtClean="0"/>
              <a:t>S4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0"/>
            <a:ext cx="9693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091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20</Words>
  <Application>Microsoft Macintosh PowerPoint</Application>
  <PresentationFormat>Widescreen</PresentationFormat>
  <Paragraphs>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Robbie Parks</dc:creator>
  <cp:lastModifiedBy>Robbie Parks</cp:lastModifiedBy>
  <cp:revision>26</cp:revision>
  <cp:lastPrinted>2018-01-22T17:15:33Z</cp:lastPrinted>
  <dcterms:created xsi:type="dcterms:W3CDTF">2018-01-22T00:18:50Z</dcterms:created>
  <dcterms:modified xsi:type="dcterms:W3CDTF">2018-01-31T15:52:31Z</dcterms:modified>
</cp:coreProperties>
</file>