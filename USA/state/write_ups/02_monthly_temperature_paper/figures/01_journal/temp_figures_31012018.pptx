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bie Parks" initials="RP" lastIdx="1" clrIdx="0">
    <p:extLst/>
  </p:cmAuthor>
  <p:cmAuthor id="2" name="Robbie Parks" initials="RP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5"/>
    <p:restoredTop sz="94683"/>
  </p:normalViewPr>
  <p:slideViewPr>
    <p:cSldViewPr snapToGrid="0" snapToObjects="1">
      <p:cViewPr varScale="1">
        <p:scale>
          <a:sx n="147" d="100"/>
          <a:sy n="147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9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7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9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2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6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6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14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4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20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1" y="0"/>
            <a:ext cx="969340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2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1" y="0"/>
            <a:ext cx="969340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8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4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20</Words>
  <Application>Microsoft Macintosh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Robbie Parks</dc:creator>
  <cp:lastModifiedBy>Robbie Parks</cp:lastModifiedBy>
  <cp:revision>30</cp:revision>
  <cp:lastPrinted>2018-01-22T17:15:33Z</cp:lastPrinted>
  <dcterms:created xsi:type="dcterms:W3CDTF">2018-01-22T00:18:50Z</dcterms:created>
  <dcterms:modified xsi:type="dcterms:W3CDTF">2018-02-01T11:38:32Z</dcterms:modified>
</cp:coreProperties>
</file>